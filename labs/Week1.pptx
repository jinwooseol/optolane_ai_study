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77" r:id="rId2"/>
    <p:sldId id="278" r:id="rId3"/>
    <p:sldId id="256" r:id="rId4"/>
    <p:sldId id="270" r:id="rId5"/>
    <p:sldId id="274" r:id="rId6"/>
    <p:sldId id="275" r:id="rId7"/>
    <p:sldId id="276" r:id="rId8"/>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p:scale>
          <a:sx n="125" d="100"/>
          <a:sy n="125" d="100"/>
        </p:scale>
        <p:origin x="1584" y="6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77ED4A-AF2B-41B0-84A2-228B7EA4A9A6}" type="datetimeFigureOut">
              <a:rPr lang="ko-KR" altLang="en-US" smtClean="0"/>
              <a:t>2026-01-15</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A7A587-B29F-4E85-AF0D-45ADD318CD4B}" type="slidenum">
              <a:rPr lang="ko-KR" altLang="en-US" smtClean="0"/>
              <a:t>‹#›</a:t>
            </a:fld>
            <a:endParaRPr lang="ko-KR" altLang="en-US"/>
          </a:p>
        </p:txBody>
      </p:sp>
    </p:spTree>
    <p:extLst>
      <p:ext uri="{BB962C8B-B14F-4D97-AF65-F5344CB8AC3E}">
        <p14:creationId xmlns:p14="http://schemas.microsoft.com/office/powerpoint/2010/main" val="59972509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1d115b0ec5_0_50: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g1d115b0ec5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ko-KR"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d115b0ec5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ko-KR" altLang="en-US"/>
          </a:p>
        </p:txBody>
      </p:sp>
      <p:sp>
        <p:nvSpPr>
          <p:cNvPr id="270" name="Google Shape;270;g1d115b0ec5_0_83: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rgbClr val="333333"/>
                </a:solidFill>
                <a:highlight>
                  <a:srgbClr val="FFFFFF"/>
                </a:highlight>
              </a:rPr>
              <a:t>Jin Sam Kim “플레이스홀더는 레이지 기법으로 값을 미리 정하지 않고, 프로그래밍이 돌아가는 시점에 정해지는 값입니다. 변수의 형태(type)만 정해 놓고, 변수의 값은 정해지지 않았지만 텐서플로우가 실행되는 동안에 정해집니다. 값이 미리 정해지지 않고, 나중에 정해지는 점은 굉장히 유연한 프로그래밍을 할 수 있게 </a:t>
            </a:r>
            <a:endParaRPr sz="1000">
              <a:solidFill>
                <a:srgbClr val="333333"/>
              </a:solidFill>
              <a:highlight>
                <a:srgbClr val="FFFFFF"/>
              </a:highlight>
            </a:endParaRPr>
          </a:p>
          <a:p>
            <a:pPr marL="0" lvl="0" indent="0" algn="l" rtl="0">
              <a:spcBef>
                <a:spcPts val="0"/>
              </a:spcBef>
              <a:spcAft>
                <a:spcPts val="0"/>
              </a:spcAft>
              <a:buNone/>
            </a:pPr>
            <a:r>
              <a:rPr lang="en" sz="1000">
                <a:solidFill>
                  <a:srgbClr val="333333"/>
                </a:solidFill>
                <a:highlight>
                  <a:srgbClr val="FFFFFF"/>
                </a:highlight>
              </a:rPr>
              <a:t>도와줍니다.”</a:t>
            </a:r>
            <a:endParaRPr sz="1000">
              <a:solidFill>
                <a:srgbClr val="333333"/>
              </a:solidFill>
              <a:highlight>
                <a:srgbClr val="FFFFFF"/>
              </a:highlight>
            </a:endParaRPr>
          </a:p>
          <a:p>
            <a:pPr marL="0" lvl="0" indent="0" algn="l" rtl="0">
              <a:spcBef>
                <a:spcPts val="0"/>
              </a:spcBef>
              <a:spcAft>
                <a:spcPts val="0"/>
              </a:spcAft>
              <a:buNone/>
            </a:pPr>
            <a:endParaRPr sz="1000">
              <a:solidFill>
                <a:srgbClr val="333333"/>
              </a:solidFill>
              <a:highlight>
                <a:srgbClr val="FFFFFF"/>
              </a:highlight>
            </a:endParaRPr>
          </a:p>
          <a:p>
            <a:pPr marL="0" lvl="0" indent="0" algn="l" rtl="0">
              <a:spcBef>
                <a:spcPts val="0"/>
              </a:spcBef>
              <a:spcAft>
                <a:spcPts val="0"/>
              </a:spcAft>
              <a:buNone/>
            </a:pPr>
            <a:r>
              <a:rPr lang="en" sz="1000">
                <a:solidFill>
                  <a:srgbClr val="333333"/>
                </a:solidFill>
                <a:highlight>
                  <a:srgbClr val="FFFFFF"/>
                </a:highlight>
              </a:rPr>
              <a:t>“feed_dict={값}</a:t>
            </a:r>
            <a:endParaRPr sz="1000">
              <a:solidFill>
                <a:srgbClr val="333333"/>
              </a:solidFill>
              <a:highlight>
                <a:srgbClr val="FFFFFF"/>
              </a:highlight>
            </a:endParaRPr>
          </a:p>
          <a:p>
            <a:pPr marL="0" lvl="0" indent="0" algn="l" rtl="0">
              <a:spcBef>
                <a:spcPts val="0"/>
              </a:spcBef>
              <a:spcAft>
                <a:spcPts val="0"/>
              </a:spcAft>
              <a:buClr>
                <a:schemeClr val="dk1"/>
              </a:buClr>
              <a:buSzPts val="1100"/>
              <a:buFont typeface="Arial"/>
              <a:buNone/>
            </a:pPr>
            <a:r>
              <a:rPr lang="en" sz="1000">
                <a:solidFill>
                  <a:srgbClr val="333333"/>
                </a:solidFill>
                <a:highlight>
                  <a:srgbClr val="FFFFFF"/>
                </a:highlight>
              </a:rPr>
              <a:t>이 문법은 run function에서 argument로 받는 특정 이름을 지칭하는 것입니다.</a:t>
            </a:r>
            <a:endParaRPr sz="1000">
              <a:solidFill>
                <a:srgbClr val="333333"/>
              </a:solidFill>
              <a:highlight>
                <a:srgbClr val="FFFFFF"/>
              </a:highlight>
            </a:endParaRPr>
          </a:p>
          <a:p>
            <a:pPr marL="0" lvl="0" indent="0" algn="l" rtl="0">
              <a:spcBef>
                <a:spcPts val="0"/>
              </a:spcBef>
              <a:spcAft>
                <a:spcPts val="0"/>
              </a:spcAft>
              <a:buClr>
                <a:schemeClr val="dk1"/>
              </a:buClr>
              <a:buSzPts val="1100"/>
              <a:buFont typeface="Arial"/>
              <a:buNone/>
            </a:pPr>
            <a:r>
              <a:rPr lang="en" sz="1000">
                <a:solidFill>
                  <a:srgbClr val="333333"/>
                </a:solidFill>
                <a:highlight>
                  <a:srgbClr val="FFFFFF"/>
                </a:highlight>
              </a:rPr>
              <a:t>자바 같은 경우에는 argument 순서에 의해서 전달되는 파라미터가 어떤 argument에 매칭될지가 정해지는데, 파이썬에서는 argument이름을 정해줌으로써 순서에 상관 없이 파라미터를 전달 할 수 있는 장점이 있습니다.</a:t>
            </a:r>
            <a:endParaRPr sz="1000">
              <a:solidFill>
                <a:srgbClr val="333333"/>
              </a:solidFill>
              <a:highlight>
                <a:srgbClr val="FFFFFF"/>
              </a:highlight>
            </a:endParaRPr>
          </a:p>
          <a:p>
            <a:pPr marL="0" lvl="0" indent="0" algn="l" rtl="0">
              <a:spcBef>
                <a:spcPts val="0"/>
              </a:spcBef>
              <a:spcAft>
                <a:spcPts val="0"/>
              </a:spcAft>
              <a:buNone/>
            </a:pPr>
            <a:r>
              <a:rPr lang="en" sz="1000">
                <a:solidFill>
                  <a:srgbClr val="333333"/>
                </a:solidFill>
                <a:highlight>
                  <a:srgbClr val="FFFFFF"/>
                </a:highlight>
              </a:rPr>
              <a:t>텐서플로우 1.0 기준으로 Session.run 에는 4개의 arguments가 있는데, 그 중 하나인 feed_dict를 특정해서 파라미터를 전달할 수 있습니다.”</a:t>
            </a:r>
            <a:endParaRPr sz="1000">
              <a:solidFill>
                <a:srgbClr val="333333"/>
              </a:solidFill>
              <a:highlight>
                <a:srgbClr val="FFFFFF"/>
              </a:highlight>
            </a:endParaRPr>
          </a:p>
          <a:p>
            <a:pPr marL="0" lvl="0" indent="0" algn="l" rtl="0">
              <a:spcBef>
                <a:spcPts val="0"/>
              </a:spcBef>
              <a:spcAft>
                <a:spcPts val="0"/>
              </a:spcAft>
              <a:buNone/>
            </a:pPr>
            <a:endParaRPr sz="1000">
              <a:solidFill>
                <a:srgbClr val="333333"/>
              </a:solidFill>
              <a:highlight>
                <a:srgbClr val="FFFFFF"/>
              </a:highlight>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43D6B602-3045-1308-9DD4-EC5F1DCEB97D}"/>
            </a:ext>
          </a:extLst>
        </p:cNvPr>
        <p:cNvGrpSpPr/>
        <p:nvPr/>
      </p:nvGrpSpPr>
      <p:grpSpPr>
        <a:xfrm>
          <a:off x="0" y="0"/>
          <a:ext cx="0" cy="0"/>
          <a:chOff x="0" y="0"/>
          <a:chExt cx="0" cy="0"/>
        </a:xfrm>
      </p:grpSpPr>
      <p:sp>
        <p:nvSpPr>
          <p:cNvPr id="269" name="Google Shape;269;g1d115b0ec5_0_83:notes">
            <a:extLst>
              <a:ext uri="{FF2B5EF4-FFF2-40B4-BE49-F238E27FC236}">
                <a16:creationId xmlns:a16="http://schemas.microsoft.com/office/drawing/2014/main" id="{B69D5322-025E-C650-76B5-FC9A3B3977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ko-KR" altLang="en-US"/>
          </a:p>
        </p:txBody>
      </p:sp>
      <p:sp>
        <p:nvSpPr>
          <p:cNvPr id="270" name="Google Shape;270;g1d115b0ec5_0_83:notes">
            <a:extLst>
              <a:ext uri="{FF2B5EF4-FFF2-40B4-BE49-F238E27FC236}">
                <a16:creationId xmlns:a16="http://schemas.microsoft.com/office/drawing/2014/main" id="{EA9F7AF8-E3B8-5BCD-27AE-DBDA50EBBAB3}"/>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rgbClr val="333333"/>
                </a:solidFill>
                <a:highlight>
                  <a:srgbClr val="FFFFFF"/>
                </a:highlight>
              </a:rPr>
              <a:t>Jin Sam Kim “플레이스홀더는 레이지 기법으로 값을 미리 정하지 않고, 프로그래밍이 돌아가는 시점에 정해지는 값입니다. 변수의 형태(type)만 정해 놓고, 변수의 값은 정해지지 않았지만 텐서플로우가 실행되는 동안에 정해집니다. 값이 미리 정해지지 않고, 나중에 정해지는 점은 굉장히 유연한 프로그래밍을 할 수 있게 </a:t>
            </a:r>
            <a:endParaRPr sz="1000">
              <a:solidFill>
                <a:srgbClr val="333333"/>
              </a:solidFill>
              <a:highlight>
                <a:srgbClr val="FFFFFF"/>
              </a:highlight>
            </a:endParaRPr>
          </a:p>
          <a:p>
            <a:pPr marL="0" lvl="0" indent="0" algn="l" rtl="0">
              <a:spcBef>
                <a:spcPts val="0"/>
              </a:spcBef>
              <a:spcAft>
                <a:spcPts val="0"/>
              </a:spcAft>
              <a:buNone/>
            </a:pPr>
            <a:r>
              <a:rPr lang="en" sz="1000">
                <a:solidFill>
                  <a:srgbClr val="333333"/>
                </a:solidFill>
                <a:highlight>
                  <a:srgbClr val="FFFFFF"/>
                </a:highlight>
              </a:rPr>
              <a:t>도와줍니다.”</a:t>
            </a:r>
            <a:endParaRPr sz="1000">
              <a:solidFill>
                <a:srgbClr val="333333"/>
              </a:solidFill>
              <a:highlight>
                <a:srgbClr val="FFFFFF"/>
              </a:highlight>
            </a:endParaRPr>
          </a:p>
          <a:p>
            <a:pPr marL="0" lvl="0" indent="0" algn="l" rtl="0">
              <a:spcBef>
                <a:spcPts val="0"/>
              </a:spcBef>
              <a:spcAft>
                <a:spcPts val="0"/>
              </a:spcAft>
              <a:buNone/>
            </a:pPr>
            <a:endParaRPr sz="1000">
              <a:solidFill>
                <a:srgbClr val="333333"/>
              </a:solidFill>
              <a:highlight>
                <a:srgbClr val="FFFFFF"/>
              </a:highlight>
            </a:endParaRPr>
          </a:p>
          <a:p>
            <a:pPr marL="0" lvl="0" indent="0" algn="l" rtl="0">
              <a:spcBef>
                <a:spcPts val="0"/>
              </a:spcBef>
              <a:spcAft>
                <a:spcPts val="0"/>
              </a:spcAft>
              <a:buNone/>
            </a:pPr>
            <a:r>
              <a:rPr lang="en" sz="1000">
                <a:solidFill>
                  <a:srgbClr val="333333"/>
                </a:solidFill>
                <a:highlight>
                  <a:srgbClr val="FFFFFF"/>
                </a:highlight>
              </a:rPr>
              <a:t>“feed_dict={값}</a:t>
            </a:r>
            <a:endParaRPr sz="1000">
              <a:solidFill>
                <a:srgbClr val="333333"/>
              </a:solidFill>
              <a:highlight>
                <a:srgbClr val="FFFFFF"/>
              </a:highlight>
            </a:endParaRPr>
          </a:p>
          <a:p>
            <a:pPr marL="0" lvl="0" indent="0" algn="l" rtl="0">
              <a:spcBef>
                <a:spcPts val="0"/>
              </a:spcBef>
              <a:spcAft>
                <a:spcPts val="0"/>
              </a:spcAft>
              <a:buClr>
                <a:schemeClr val="dk1"/>
              </a:buClr>
              <a:buSzPts val="1100"/>
              <a:buFont typeface="Arial"/>
              <a:buNone/>
            </a:pPr>
            <a:r>
              <a:rPr lang="en" sz="1000">
                <a:solidFill>
                  <a:srgbClr val="333333"/>
                </a:solidFill>
                <a:highlight>
                  <a:srgbClr val="FFFFFF"/>
                </a:highlight>
              </a:rPr>
              <a:t>이 문법은 run function에서 argument로 받는 특정 이름을 지칭하는 것입니다.</a:t>
            </a:r>
            <a:endParaRPr sz="1000">
              <a:solidFill>
                <a:srgbClr val="333333"/>
              </a:solidFill>
              <a:highlight>
                <a:srgbClr val="FFFFFF"/>
              </a:highlight>
            </a:endParaRPr>
          </a:p>
          <a:p>
            <a:pPr marL="0" lvl="0" indent="0" algn="l" rtl="0">
              <a:spcBef>
                <a:spcPts val="0"/>
              </a:spcBef>
              <a:spcAft>
                <a:spcPts val="0"/>
              </a:spcAft>
              <a:buClr>
                <a:schemeClr val="dk1"/>
              </a:buClr>
              <a:buSzPts val="1100"/>
              <a:buFont typeface="Arial"/>
              <a:buNone/>
            </a:pPr>
            <a:r>
              <a:rPr lang="en" sz="1000">
                <a:solidFill>
                  <a:srgbClr val="333333"/>
                </a:solidFill>
                <a:highlight>
                  <a:srgbClr val="FFFFFF"/>
                </a:highlight>
              </a:rPr>
              <a:t>자바 같은 경우에는 argument 순서에 의해서 전달되는 파라미터가 어떤 argument에 매칭될지가 정해지는데, 파이썬에서는 argument이름을 정해줌으로써 순서에 상관 없이 파라미터를 전달 할 수 있는 장점이 있습니다.</a:t>
            </a:r>
            <a:endParaRPr sz="1000">
              <a:solidFill>
                <a:srgbClr val="333333"/>
              </a:solidFill>
              <a:highlight>
                <a:srgbClr val="FFFFFF"/>
              </a:highlight>
            </a:endParaRPr>
          </a:p>
          <a:p>
            <a:pPr marL="0" lvl="0" indent="0" algn="l" rtl="0">
              <a:spcBef>
                <a:spcPts val="0"/>
              </a:spcBef>
              <a:spcAft>
                <a:spcPts val="0"/>
              </a:spcAft>
              <a:buNone/>
            </a:pPr>
            <a:r>
              <a:rPr lang="en" sz="1000">
                <a:solidFill>
                  <a:srgbClr val="333333"/>
                </a:solidFill>
                <a:highlight>
                  <a:srgbClr val="FFFFFF"/>
                </a:highlight>
              </a:rPr>
              <a:t>텐서플로우 1.0 기준으로 Session.run 에는 4개의 arguments가 있는데, 그 중 하나인 feed_dict를 특정해서 파라미터를 전달할 수 있습니다.”</a:t>
            </a:r>
            <a:endParaRPr sz="1000">
              <a:solidFill>
                <a:srgbClr val="333333"/>
              </a:solidFill>
              <a:highlight>
                <a:srgbClr val="FFFFFF"/>
              </a:highlight>
            </a:endParaRPr>
          </a:p>
          <a:p>
            <a:pPr marL="0" lvl="0" indent="0" algn="l" rtl="0">
              <a:spcBef>
                <a:spcPts val="0"/>
              </a:spcBef>
              <a:spcAft>
                <a:spcPts val="0"/>
              </a:spcAft>
              <a:buNone/>
            </a:pPr>
            <a:endParaRPr sz="1000">
              <a:solidFill>
                <a:srgbClr val="333333"/>
              </a:solidFill>
              <a:highlight>
                <a:srgbClr val="FFFFFF"/>
              </a:highlight>
            </a:endParaRPr>
          </a:p>
        </p:txBody>
      </p:sp>
    </p:spTree>
    <p:extLst>
      <p:ext uri="{BB962C8B-B14F-4D97-AF65-F5344CB8AC3E}">
        <p14:creationId xmlns:p14="http://schemas.microsoft.com/office/powerpoint/2010/main" val="41940291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a:extLst>
            <a:ext uri="{FF2B5EF4-FFF2-40B4-BE49-F238E27FC236}">
              <a16:creationId xmlns:a16="http://schemas.microsoft.com/office/drawing/2014/main" id="{FDA75E01-D8EF-8356-47D7-BBE1CD2CBCD3}"/>
            </a:ext>
          </a:extLst>
        </p:cNvPr>
        <p:cNvGrpSpPr/>
        <p:nvPr/>
      </p:nvGrpSpPr>
      <p:grpSpPr>
        <a:xfrm>
          <a:off x="0" y="0"/>
          <a:ext cx="0" cy="0"/>
          <a:chOff x="0" y="0"/>
          <a:chExt cx="0" cy="0"/>
        </a:xfrm>
      </p:grpSpPr>
      <p:sp>
        <p:nvSpPr>
          <p:cNvPr id="176" name="Google Shape;176;g1d11dcbc39_0_36:notes">
            <a:extLst>
              <a:ext uri="{FF2B5EF4-FFF2-40B4-BE49-F238E27FC236}">
                <a16:creationId xmlns:a16="http://schemas.microsoft.com/office/drawing/2014/main" id="{F43C081E-184C-78EF-06A7-12AA652688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ko-KR" altLang="en-US"/>
          </a:p>
        </p:txBody>
      </p:sp>
      <p:sp>
        <p:nvSpPr>
          <p:cNvPr id="177" name="Google Shape;177;g1d11dcbc39_0_36:notes">
            <a:extLst>
              <a:ext uri="{FF2B5EF4-FFF2-40B4-BE49-F238E27FC236}">
                <a16:creationId xmlns:a16="http://schemas.microsoft.com/office/drawing/2014/main" id="{AD403724-4040-3B6E-625B-13AA25599AA9}"/>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49852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70A8FEE-DD91-88D5-C2B3-4937363EDB81}"/>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E109656A-8B11-1BED-6734-9C979CDB3A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407FC569-3E6A-CF80-1323-76D619F2E504}"/>
              </a:ext>
            </a:extLst>
          </p:cNvPr>
          <p:cNvSpPr>
            <a:spLocks noGrp="1"/>
          </p:cNvSpPr>
          <p:nvPr>
            <p:ph type="dt" sz="half" idx="10"/>
          </p:nvPr>
        </p:nvSpPr>
        <p:spPr/>
        <p:txBody>
          <a:bodyPr/>
          <a:lstStyle/>
          <a:p>
            <a:fld id="{4CA9EB10-0283-4C0D-A8FE-1E7776CE559D}" type="datetimeFigureOut">
              <a:rPr lang="ko-KR" altLang="en-US" smtClean="0"/>
              <a:t>2026-01-15</a:t>
            </a:fld>
            <a:endParaRPr lang="ko-KR" altLang="en-US"/>
          </a:p>
        </p:txBody>
      </p:sp>
      <p:sp>
        <p:nvSpPr>
          <p:cNvPr id="5" name="바닥글 개체 틀 4">
            <a:extLst>
              <a:ext uri="{FF2B5EF4-FFF2-40B4-BE49-F238E27FC236}">
                <a16:creationId xmlns:a16="http://schemas.microsoft.com/office/drawing/2014/main" id="{E3C6BC9C-A9BB-C864-E5F6-32D56A14FFC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F83014F-5836-6AA2-546A-E619F3FA0217}"/>
              </a:ext>
            </a:extLst>
          </p:cNvPr>
          <p:cNvSpPr>
            <a:spLocks noGrp="1"/>
          </p:cNvSpPr>
          <p:nvPr>
            <p:ph type="sldNum" sz="quarter" idx="12"/>
          </p:nvPr>
        </p:nvSpPr>
        <p:spPr/>
        <p:txBody>
          <a:bodyPr/>
          <a:lstStyle/>
          <a:p>
            <a:fld id="{2AF92E8A-E0BA-4F2D-942A-9154684D4230}" type="slidenum">
              <a:rPr lang="ko-KR" altLang="en-US" smtClean="0"/>
              <a:t>‹#›</a:t>
            </a:fld>
            <a:endParaRPr lang="ko-KR" altLang="en-US"/>
          </a:p>
        </p:txBody>
      </p:sp>
    </p:spTree>
    <p:extLst>
      <p:ext uri="{BB962C8B-B14F-4D97-AF65-F5344CB8AC3E}">
        <p14:creationId xmlns:p14="http://schemas.microsoft.com/office/powerpoint/2010/main" val="3675868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1874FA-573B-8700-19C1-33D5C50D98F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17C6AF6C-142C-1051-E476-505DA6E879D3}"/>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DD835BA-34F2-8C81-3E1B-B2133E0B84D4}"/>
              </a:ext>
            </a:extLst>
          </p:cNvPr>
          <p:cNvSpPr>
            <a:spLocks noGrp="1"/>
          </p:cNvSpPr>
          <p:nvPr>
            <p:ph type="dt" sz="half" idx="10"/>
          </p:nvPr>
        </p:nvSpPr>
        <p:spPr/>
        <p:txBody>
          <a:bodyPr/>
          <a:lstStyle/>
          <a:p>
            <a:fld id="{4CA9EB10-0283-4C0D-A8FE-1E7776CE559D}" type="datetimeFigureOut">
              <a:rPr lang="ko-KR" altLang="en-US" smtClean="0"/>
              <a:t>2026-01-15</a:t>
            </a:fld>
            <a:endParaRPr lang="ko-KR" altLang="en-US"/>
          </a:p>
        </p:txBody>
      </p:sp>
      <p:sp>
        <p:nvSpPr>
          <p:cNvPr id="5" name="바닥글 개체 틀 4">
            <a:extLst>
              <a:ext uri="{FF2B5EF4-FFF2-40B4-BE49-F238E27FC236}">
                <a16:creationId xmlns:a16="http://schemas.microsoft.com/office/drawing/2014/main" id="{8537A16E-D2CD-2479-A4ED-D58BCE303F7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53B2153D-C31E-3061-6554-3751DC128636}"/>
              </a:ext>
            </a:extLst>
          </p:cNvPr>
          <p:cNvSpPr>
            <a:spLocks noGrp="1"/>
          </p:cNvSpPr>
          <p:nvPr>
            <p:ph type="sldNum" sz="quarter" idx="12"/>
          </p:nvPr>
        </p:nvSpPr>
        <p:spPr/>
        <p:txBody>
          <a:bodyPr/>
          <a:lstStyle/>
          <a:p>
            <a:fld id="{2AF92E8A-E0BA-4F2D-942A-9154684D4230}" type="slidenum">
              <a:rPr lang="ko-KR" altLang="en-US" smtClean="0"/>
              <a:t>‹#›</a:t>
            </a:fld>
            <a:endParaRPr lang="ko-KR" altLang="en-US"/>
          </a:p>
        </p:txBody>
      </p:sp>
    </p:spTree>
    <p:extLst>
      <p:ext uri="{BB962C8B-B14F-4D97-AF65-F5344CB8AC3E}">
        <p14:creationId xmlns:p14="http://schemas.microsoft.com/office/powerpoint/2010/main" val="1992581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79A3725-F554-50D9-8AB7-E5AA474B3CE9}"/>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BCCB9BA2-37C7-6169-851D-65DA16CA18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CC2940AA-774B-378A-CDCD-56AAE6B8B613}"/>
              </a:ext>
            </a:extLst>
          </p:cNvPr>
          <p:cNvSpPr>
            <a:spLocks noGrp="1"/>
          </p:cNvSpPr>
          <p:nvPr>
            <p:ph type="dt" sz="half" idx="10"/>
          </p:nvPr>
        </p:nvSpPr>
        <p:spPr/>
        <p:txBody>
          <a:bodyPr/>
          <a:lstStyle/>
          <a:p>
            <a:fld id="{4CA9EB10-0283-4C0D-A8FE-1E7776CE559D}" type="datetimeFigureOut">
              <a:rPr lang="ko-KR" altLang="en-US" smtClean="0"/>
              <a:t>2026-01-15</a:t>
            </a:fld>
            <a:endParaRPr lang="ko-KR" altLang="en-US"/>
          </a:p>
        </p:txBody>
      </p:sp>
      <p:sp>
        <p:nvSpPr>
          <p:cNvPr id="5" name="바닥글 개체 틀 4">
            <a:extLst>
              <a:ext uri="{FF2B5EF4-FFF2-40B4-BE49-F238E27FC236}">
                <a16:creationId xmlns:a16="http://schemas.microsoft.com/office/drawing/2014/main" id="{FE230D69-EE8A-D991-8D9F-53C9D130304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0D092E8-4421-367F-048D-E5BDAAD15503}"/>
              </a:ext>
            </a:extLst>
          </p:cNvPr>
          <p:cNvSpPr>
            <a:spLocks noGrp="1"/>
          </p:cNvSpPr>
          <p:nvPr>
            <p:ph type="sldNum" sz="quarter" idx="12"/>
          </p:nvPr>
        </p:nvSpPr>
        <p:spPr/>
        <p:txBody>
          <a:bodyPr/>
          <a:lstStyle/>
          <a:p>
            <a:fld id="{2AF92E8A-E0BA-4F2D-942A-9154684D4230}" type="slidenum">
              <a:rPr lang="ko-KR" altLang="en-US" smtClean="0"/>
              <a:t>‹#›</a:t>
            </a:fld>
            <a:endParaRPr lang="ko-KR" altLang="en-US"/>
          </a:p>
        </p:txBody>
      </p:sp>
    </p:spTree>
    <p:extLst>
      <p:ext uri="{BB962C8B-B14F-4D97-AF65-F5344CB8AC3E}">
        <p14:creationId xmlns:p14="http://schemas.microsoft.com/office/powerpoint/2010/main" val="94078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C676376-86B7-EF66-C662-98FA9EFF7DA1}"/>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B9CD0292-4210-DF69-0A1E-1E91BCFBB8AC}"/>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19D262F1-BFC8-5897-FE19-64AC768187AA}"/>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9626F22D-9275-5C02-EBCF-D0365CE7692F}"/>
              </a:ext>
            </a:extLst>
          </p:cNvPr>
          <p:cNvSpPr>
            <a:spLocks noGrp="1"/>
          </p:cNvSpPr>
          <p:nvPr>
            <p:ph type="dt" sz="half" idx="10"/>
          </p:nvPr>
        </p:nvSpPr>
        <p:spPr/>
        <p:txBody>
          <a:bodyPr/>
          <a:lstStyle/>
          <a:p>
            <a:fld id="{4CA9EB10-0283-4C0D-A8FE-1E7776CE559D}" type="datetimeFigureOut">
              <a:rPr lang="ko-KR" altLang="en-US" smtClean="0"/>
              <a:t>2026-01-15</a:t>
            </a:fld>
            <a:endParaRPr lang="ko-KR" altLang="en-US"/>
          </a:p>
        </p:txBody>
      </p:sp>
      <p:sp>
        <p:nvSpPr>
          <p:cNvPr id="6" name="바닥글 개체 틀 5">
            <a:extLst>
              <a:ext uri="{FF2B5EF4-FFF2-40B4-BE49-F238E27FC236}">
                <a16:creationId xmlns:a16="http://schemas.microsoft.com/office/drawing/2014/main" id="{BAAF22CD-85A9-6040-5E14-B1A20DD6054D}"/>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162FEC27-920A-5550-98C4-C956A24BF7B8}"/>
              </a:ext>
            </a:extLst>
          </p:cNvPr>
          <p:cNvSpPr>
            <a:spLocks noGrp="1"/>
          </p:cNvSpPr>
          <p:nvPr>
            <p:ph type="sldNum" sz="quarter" idx="12"/>
          </p:nvPr>
        </p:nvSpPr>
        <p:spPr/>
        <p:txBody>
          <a:bodyPr/>
          <a:lstStyle/>
          <a:p>
            <a:fld id="{2AF92E8A-E0BA-4F2D-942A-9154684D4230}" type="slidenum">
              <a:rPr lang="ko-KR" altLang="en-US" smtClean="0"/>
              <a:t>‹#›</a:t>
            </a:fld>
            <a:endParaRPr lang="ko-KR" altLang="en-US"/>
          </a:p>
        </p:txBody>
      </p:sp>
    </p:spTree>
    <p:extLst>
      <p:ext uri="{BB962C8B-B14F-4D97-AF65-F5344CB8AC3E}">
        <p14:creationId xmlns:p14="http://schemas.microsoft.com/office/powerpoint/2010/main" val="1082998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1529BD5-8640-E88B-7F14-82EE3C77477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A4463977-6252-4F4D-C6F0-512C714D98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41D10EF9-14E9-2FAB-4755-2E52294C9402}"/>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0F51A086-2305-6CCF-6B92-1052B597A3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A4155660-425F-652E-FFD0-F98324CAEFDE}"/>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6D7454D0-61DC-CF49-21D1-966B304505ED}"/>
              </a:ext>
            </a:extLst>
          </p:cNvPr>
          <p:cNvSpPr>
            <a:spLocks noGrp="1"/>
          </p:cNvSpPr>
          <p:nvPr>
            <p:ph type="dt" sz="half" idx="10"/>
          </p:nvPr>
        </p:nvSpPr>
        <p:spPr/>
        <p:txBody>
          <a:bodyPr/>
          <a:lstStyle/>
          <a:p>
            <a:fld id="{4CA9EB10-0283-4C0D-A8FE-1E7776CE559D}" type="datetimeFigureOut">
              <a:rPr lang="ko-KR" altLang="en-US" smtClean="0"/>
              <a:t>2026-01-15</a:t>
            </a:fld>
            <a:endParaRPr lang="ko-KR" altLang="en-US"/>
          </a:p>
        </p:txBody>
      </p:sp>
      <p:sp>
        <p:nvSpPr>
          <p:cNvPr id="8" name="바닥글 개체 틀 7">
            <a:extLst>
              <a:ext uri="{FF2B5EF4-FFF2-40B4-BE49-F238E27FC236}">
                <a16:creationId xmlns:a16="http://schemas.microsoft.com/office/drawing/2014/main" id="{7CCBA6BA-B303-FCA1-4680-F1C537556C74}"/>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95EE953F-4018-7621-9918-7E3C31C8A6BB}"/>
              </a:ext>
            </a:extLst>
          </p:cNvPr>
          <p:cNvSpPr>
            <a:spLocks noGrp="1"/>
          </p:cNvSpPr>
          <p:nvPr>
            <p:ph type="sldNum" sz="quarter" idx="12"/>
          </p:nvPr>
        </p:nvSpPr>
        <p:spPr/>
        <p:txBody>
          <a:bodyPr/>
          <a:lstStyle/>
          <a:p>
            <a:fld id="{2AF92E8A-E0BA-4F2D-942A-9154684D4230}" type="slidenum">
              <a:rPr lang="ko-KR" altLang="en-US" smtClean="0"/>
              <a:t>‹#›</a:t>
            </a:fld>
            <a:endParaRPr lang="ko-KR" altLang="en-US"/>
          </a:p>
        </p:txBody>
      </p:sp>
    </p:spTree>
    <p:extLst>
      <p:ext uri="{BB962C8B-B14F-4D97-AF65-F5344CB8AC3E}">
        <p14:creationId xmlns:p14="http://schemas.microsoft.com/office/powerpoint/2010/main" val="3396171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7D625A4-9371-3385-725F-C6E6ABA1C0ED}"/>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3FF70D85-C200-2D0C-D304-1CDAB1F1C37F}"/>
              </a:ext>
            </a:extLst>
          </p:cNvPr>
          <p:cNvSpPr>
            <a:spLocks noGrp="1"/>
          </p:cNvSpPr>
          <p:nvPr>
            <p:ph type="dt" sz="half" idx="10"/>
          </p:nvPr>
        </p:nvSpPr>
        <p:spPr/>
        <p:txBody>
          <a:bodyPr/>
          <a:lstStyle/>
          <a:p>
            <a:fld id="{4CA9EB10-0283-4C0D-A8FE-1E7776CE559D}" type="datetimeFigureOut">
              <a:rPr lang="ko-KR" altLang="en-US" smtClean="0"/>
              <a:t>2026-01-15</a:t>
            </a:fld>
            <a:endParaRPr lang="ko-KR" altLang="en-US"/>
          </a:p>
        </p:txBody>
      </p:sp>
      <p:sp>
        <p:nvSpPr>
          <p:cNvPr id="4" name="바닥글 개체 틀 3">
            <a:extLst>
              <a:ext uri="{FF2B5EF4-FFF2-40B4-BE49-F238E27FC236}">
                <a16:creationId xmlns:a16="http://schemas.microsoft.com/office/drawing/2014/main" id="{11E3A8C0-A54C-AC76-8E11-B540CC30D064}"/>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505E888D-7E42-899A-8134-C53A7C9A8D45}"/>
              </a:ext>
            </a:extLst>
          </p:cNvPr>
          <p:cNvSpPr>
            <a:spLocks noGrp="1"/>
          </p:cNvSpPr>
          <p:nvPr>
            <p:ph type="sldNum" sz="quarter" idx="12"/>
          </p:nvPr>
        </p:nvSpPr>
        <p:spPr/>
        <p:txBody>
          <a:bodyPr/>
          <a:lstStyle/>
          <a:p>
            <a:fld id="{2AF92E8A-E0BA-4F2D-942A-9154684D4230}" type="slidenum">
              <a:rPr lang="ko-KR" altLang="en-US" smtClean="0"/>
              <a:t>‹#›</a:t>
            </a:fld>
            <a:endParaRPr lang="ko-KR" altLang="en-US"/>
          </a:p>
        </p:txBody>
      </p:sp>
    </p:spTree>
    <p:extLst>
      <p:ext uri="{BB962C8B-B14F-4D97-AF65-F5344CB8AC3E}">
        <p14:creationId xmlns:p14="http://schemas.microsoft.com/office/powerpoint/2010/main" val="3429717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C45A59B4-396C-D55B-A82C-52CFB9CDCE36}"/>
              </a:ext>
            </a:extLst>
          </p:cNvPr>
          <p:cNvSpPr>
            <a:spLocks noGrp="1"/>
          </p:cNvSpPr>
          <p:nvPr>
            <p:ph type="dt" sz="half" idx="10"/>
          </p:nvPr>
        </p:nvSpPr>
        <p:spPr/>
        <p:txBody>
          <a:bodyPr/>
          <a:lstStyle/>
          <a:p>
            <a:fld id="{4CA9EB10-0283-4C0D-A8FE-1E7776CE559D}" type="datetimeFigureOut">
              <a:rPr lang="ko-KR" altLang="en-US" smtClean="0"/>
              <a:t>2026-01-15</a:t>
            </a:fld>
            <a:endParaRPr lang="ko-KR" altLang="en-US"/>
          </a:p>
        </p:txBody>
      </p:sp>
      <p:sp>
        <p:nvSpPr>
          <p:cNvPr id="3" name="바닥글 개체 틀 2">
            <a:extLst>
              <a:ext uri="{FF2B5EF4-FFF2-40B4-BE49-F238E27FC236}">
                <a16:creationId xmlns:a16="http://schemas.microsoft.com/office/drawing/2014/main" id="{3BDD9337-0D66-C4C0-A51A-BDA4D1438F1A}"/>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13E35190-5FFB-37E0-751D-62520CE825C5}"/>
              </a:ext>
            </a:extLst>
          </p:cNvPr>
          <p:cNvSpPr>
            <a:spLocks noGrp="1"/>
          </p:cNvSpPr>
          <p:nvPr>
            <p:ph type="sldNum" sz="quarter" idx="12"/>
          </p:nvPr>
        </p:nvSpPr>
        <p:spPr/>
        <p:txBody>
          <a:bodyPr/>
          <a:lstStyle/>
          <a:p>
            <a:fld id="{2AF92E8A-E0BA-4F2D-942A-9154684D4230}" type="slidenum">
              <a:rPr lang="ko-KR" altLang="en-US" smtClean="0"/>
              <a:t>‹#›</a:t>
            </a:fld>
            <a:endParaRPr lang="ko-KR" altLang="en-US"/>
          </a:p>
        </p:txBody>
      </p:sp>
    </p:spTree>
    <p:extLst>
      <p:ext uri="{BB962C8B-B14F-4D97-AF65-F5344CB8AC3E}">
        <p14:creationId xmlns:p14="http://schemas.microsoft.com/office/powerpoint/2010/main" val="3327760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7255ED4-405D-6304-BCFB-5B5949ABCCE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80696697-CC7B-45C2-7A25-4CC62F68EB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84AF6C73-28E2-3091-82C1-11C5DB4822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DC2F7A24-9A01-C41A-CE78-C52AAFCC94E3}"/>
              </a:ext>
            </a:extLst>
          </p:cNvPr>
          <p:cNvSpPr>
            <a:spLocks noGrp="1"/>
          </p:cNvSpPr>
          <p:nvPr>
            <p:ph type="dt" sz="half" idx="10"/>
          </p:nvPr>
        </p:nvSpPr>
        <p:spPr/>
        <p:txBody>
          <a:bodyPr/>
          <a:lstStyle/>
          <a:p>
            <a:fld id="{4CA9EB10-0283-4C0D-A8FE-1E7776CE559D}" type="datetimeFigureOut">
              <a:rPr lang="ko-KR" altLang="en-US" smtClean="0"/>
              <a:t>2026-01-15</a:t>
            </a:fld>
            <a:endParaRPr lang="ko-KR" altLang="en-US"/>
          </a:p>
        </p:txBody>
      </p:sp>
      <p:sp>
        <p:nvSpPr>
          <p:cNvPr id="6" name="바닥글 개체 틀 5">
            <a:extLst>
              <a:ext uri="{FF2B5EF4-FFF2-40B4-BE49-F238E27FC236}">
                <a16:creationId xmlns:a16="http://schemas.microsoft.com/office/drawing/2014/main" id="{3A4CDB52-CC44-3E22-AC25-26E41397FF0B}"/>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6350CCDC-7D15-7E2A-63AD-C1134BC01051}"/>
              </a:ext>
            </a:extLst>
          </p:cNvPr>
          <p:cNvSpPr>
            <a:spLocks noGrp="1"/>
          </p:cNvSpPr>
          <p:nvPr>
            <p:ph type="sldNum" sz="quarter" idx="12"/>
          </p:nvPr>
        </p:nvSpPr>
        <p:spPr/>
        <p:txBody>
          <a:bodyPr/>
          <a:lstStyle/>
          <a:p>
            <a:fld id="{2AF92E8A-E0BA-4F2D-942A-9154684D4230}" type="slidenum">
              <a:rPr lang="ko-KR" altLang="en-US" smtClean="0"/>
              <a:t>‹#›</a:t>
            </a:fld>
            <a:endParaRPr lang="ko-KR" altLang="en-US"/>
          </a:p>
        </p:txBody>
      </p:sp>
    </p:spTree>
    <p:extLst>
      <p:ext uri="{BB962C8B-B14F-4D97-AF65-F5344CB8AC3E}">
        <p14:creationId xmlns:p14="http://schemas.microsoft.com/office/powerpoint/2010/main" val="2157351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85CCA73-A188-6DDC-EB8B-41699C85E8A6}"/>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EE4633E6-765E-4D65-0FA9-AE7722C37E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BF5B0E79-00EF-B769-9D3B-4AA46EF3CE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957A5D9B-1FB3-7331-A7EE-733EB11D50F9}"/>
              </a:ext>
            </a:extLst>
          </p:cNvPr>
          <p:cNvSpPr>
            <a:spLocks noGrp="1"/>
          </p:cNvSpPr>
          <p:nvPr>
            <p:ph type="dt" sz="half" idx="10"/>
          </p:nvPr>
        </p:nvSpPr>
        <p:spPr/>
        <p:txBody>
          <a:bodyPr/>
          <a:lstStyle/>
          <a:p>
            <a:fld id="{4CA9EB10-0283-4C0D-A8FE-1E7776CE559D}" type="datetimeFigureOut">
              <a:rPr lang="ko-KR" altLang="en-US" smtClean="0"/>
              <a:t>2026-01-15</a:t>
            </a:fld>
            <a:endParaRPr lang="ko-KR" altLang="en-US"/>
          </a:p>
        </p:txBody>
      </p:sp>
      <p:sp>
        <p:nvSpPr>
          <p:cNvPr id="6" name="바닥글 개체 틀 5">
            <a:extLst>
              <a:ext uri="{FF2B5EF4-FFF2-40B4-BE49-F238E27FC236}">
                <a16:creationId xmlns:a16="http://schemas.microsoft.com/office/drawing/2014/main" id="{B0DC4494-8012-7151-1EC6-E817FB0BA53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A9722B6F-7CC9-5E4E-C6E5-5B425CBDDCAB}"/>
              </a:ext>
            </a:extLst>
          </p:cNvPr>
          <p:cNvSpPr>
            <a:spLocks noGrp="1"/>
          </p:cNvSpPr>
          <p:nvPr>
            <p:ph type="sldNum" sz="quarter" idx="12"/>
          </p:nvPr>
        </p:nvSpPr>
        <p:spPr/>
        <p:txBody>
          <a:bodyPr/>
          <a:lstStyle/>
          <a:p>
            <a:fld id="{2AF92E8A-E0BA-4F2D-942A-9154684D4230}" type="slidenum">
              <a:rPr lang="ko-KR" altLang="en-US" smtClean="0"/>
              <a:t>‹#›</a:t>
            </a:fld>
            <a:endParaRPr lang="ko-KR" altLang="en-US"/>
          </a:p>
        </p:txBody>
      </p:sp>
    </p:spTree>
    <p:extLst>
      <p:ext uri="{BB962C8B-B14F-4D97-AF65-F5344CB8AC3E}">
        <p14:creationId xmlns:p14="http://schemas.microsoft.com/office/powerpoint/2010/main" val="39280394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17F4F78-85B1-9791-7EB9-7857A54F9EBD}"/>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175A9D18-AD65-5D17-2492-AC70F2643830}"/>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D7CF82D-5F2C-904B-EA55-056C9C59A7A8}"/>
              </a:ext>
            </a:extLst>
          </p:cNvPr>
          <p:cNvSpPr>
            <a:spLocks noGrp="1"/>
          </p:cNvSpPr>
          <p:nvPr>
            <p:ph type="dt" sz="half" idx="10"/>
          </p:nvPr>
        </p:nvSpPr>
        <p:spPr/>
        <p:txBody>
          <a:bodyPr/>
          <a:lstStyle/>
          <a:p>
            <a:fld id="{4CA9EB10-0283-4C0D-A8FE-1E7776CE559D}" type="datetimeFigureOut">
              <a:rPr lang="ko-KR" altLang="en-US" smtClean="0"/>
              <a:t>2026-01-15</a:t>
            </a:fld>
            <a:endParaRPr lang="ko-KR" altLang="en-US"/>
          </a:p>
        </p:txBody>
      </p:sp>
      <p:sp>
        <p:nvSpPr>
          <p:cNvPr id="5" name="바닥글 개체 틀 4">
            <a:extLst>
              <a:ext uri="{FF2B5EF4-FFF2-40B4-BE49-F238E27FC236}">
                <a16:creationId xmlns:a16="http://schemas.microsoft.com/office/drawing/2014/main" id="{3ED46A61-DB1D-A4B0-6502-57C0C880EC0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916EFF3-4744-499B-6FD0-C80D6A8D40BC}"/>
              </a:ext>
            </a:extLst>
          </p:cNvPr>
          <p:cNvSpPr>
            <a:spLocks noGrp="1"/>
          </p:cNvSpPr>
          <p:nvPr>
            <p:ph type="sldNum" sz="quarter" idx="12"/>
          </p:nvPr>
        </p:nvSpPr>
        <p:spPr/>
        <p:txBody>
          <a:bodyPr/>
          <a:lstStyle/>
          <a:p>
            <a:fld id="{2AF92E8A-E0BA-4F2D-942A-9154684D4230}" type="slidenum">
              <a:rPr lang="ko-KR" altLang="en-US" smtClean="0"/>
              <a:t>‹#›</a:t>
            </a:fld>
            <a:endParaRPr lang="ko-KR" altLang="en-US"/>
          </a:p>
        </p:txBody>
      </p:sp>
    </p:spTree>
    <p:extLst>
      <p:ext uri="{BB962C8B-B14F-4D97-AF65-F5344CB8AC3E}">
        <p14:creationId xmlns:p14="http://schemas.microsoft.com/office/powerpoint/2010/main" val="3574951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7E6511DF-AF74-5E31-806F-3840ED817D1D}"/>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9A773896-6F22-C0C5-97B2-13C390CE9994}"/>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6DC0436-A7A7-C461-3951-B15CF1158AD5}"/>
              </a:ext>
            </a:extLst>
          </p:cNvPr>
          <p:cNvSpPr>
            <a:spLocks noGrp="1"/>
          </p:cNvSpPr>
          <p:nvPr>
            <p:ph type="dt" sz="half" idx="10"/>
          </p:nvPr>
        </p:nvSpPr>
        <p:spPr/>
        <p:txBody>
          <a:bodyPr/>
          <a:lstStyle/>
          <a:p>
            <a:fld id="{4CA9EB10-0283-4C0D-A8FE-1E7776CE559D}" type="datetimeFigureOut">
              <a:rPr lang="ko-KR" altLang="en-US" smtClean="0"/>
              <a:t>2026-01-15</a:t>
            </a:fld>
            <a:endParaRPr lang="ko-KR" altLang="en-US"/>
          </a:p>
        </p:txBody>
      </p:sp>
      <p:sp>
        <p:nvSpPr>
          <p:cNvPr id="5" name="바닥글 개체 틀 4">
            <a:extLst>
              <a:ext uri="{FF2B5EF4-FFF2-40B4-BE49-F238E27FC236}">
                <a16:creationId xmlns:a16="http://schemas.microsoft.com/office/drawing/2014/main" id="{B49BC4F7-E791-3009-14EE-587A033989F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A911649-B1B4-5FEC-EB6D-18FB641909E6}"/>
              </a:ext>
            </a:extLst>
          </p:cNvPr>
          <p:cNvSpPr>
            <a:spLocks noGrp="1"/>
          </p:cNvSpPr>
          <p:nvPr>
            <p:ph type="sldNum" sz="quarter" idx="12"/>
          </p:nvPr>
        </p:nvSpPr>
        <p:spPr/>
        <p:txBody>
          <a:bodyPr/>
          <a:lstStyle/>
          <a:p>
            <a:fld id="{2AF92E8A-E0BA-4F2D-942A-9154684D4230}" type="slidenum">
              <a:rPr lang="ko-KR" altLang="en-US" smtClean="0"/>
              <a:t>‹#›</a:t>
            </a:fld>
            <a:endParaRPr lang="ko-KR" altLang="en-US"/>
          </a:p>
        </p:txBody>
      </p:sp>
    </p:spTree>
    <p:extLst>
      <p:ext uri="{BB962C8B-B14F-4D97-AF65-F5344CB8AC3E}">
        <p14:creationId xmlns:p14="http://schemas.microsoft.com/office/powerpoint/2010/main" val="3815697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mp; Bullets">
  <p:cSld name="Title &amp; Bullets">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2416968" y="178593"/>
            <a:ext cx="7358000" cy="17144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Gill Sans"/>
              <a:buNone/>
              <a:defRPr sz="4533" b="0" i="0" u="none" strike="noStrike" cap="none">
                <a:solidFill>
                  <a:srgbClr val="000000"/>
                </a:solidFill>
                <a:latin typeface="Gill Sans"/>
                <a:ea typeface="Gill Sans"/>
                <a:cs typeface="Gill Sans"/>
                <a:sym typeface="Gill Sans"/>
              </a:defRPr>
            </a:lvl1pPr>
            <a:lvl2pPr marL="0" marR="0" lvl="1"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2pPr>
            <a:lvl3pPr marL="0" marR="0" lvl="2"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3pPr>
            <a:lvl4pPr marL="0" marR="0" lvl="3"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4pPr>
            <a:lvl5pPr marL="0" marR="0" lvl="4"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5pPr>
            <a:lvl6pPr marL="0" marR="0" lvl="5"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6pPr>
            <a:lvl7pPr marL="0" marR="0" lvl="6"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7pPr>
            <a:lvl8pPr marL="0" marR="0" lvl="7"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8pPr>
            <a:lvl9pPr marL="0" marR="0" lvl="8"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9pPr>
          </a:lstStyle>
          <a:p>
            <a:endParaRPr/>
          </a:p>
        </p:txBody>
      </p:sp>
      <p:sp>
        <p:nvSpPr>
          <p:cNvPr id="60" name="Google Shape;60;p15"/>
          <p:cNvSpPr txBox="1">
            <a:spLocks noGrp="1"/>
          </p:cNvSpPr>
          <p:nvPr>
            <p:ph type="body" idx="1"/>
          </p:nvPr>
        </p:nvSpPr>
        <p:spPr>
          <a:xfrm>
            <a:off x="2416968" y="1946672"/>
            <a:ext cx="7358000" cy="4018400"/>
          </a:xfrm>
          <a:prstGeom prst="rect">
            <a:avLst/>
          </a:prstGeom>
          <a:noFill/>
          <a:ln>
            <a:noFill/>
          </a:ln>
        </p:spPr>
        <p:txBody>
          <a:bodyPr spcFirstLastPara="1" wrap="square" lIns="34275" tIns="34275" rIns="34275" bIns="34275" anchor="ctr" anchorCtr="0">
            <a:noAutofit/>
          </a:bodyPr>
          <a:lstStyle>
            <a:lvl1pPr marL="609585" marR="0" lvl="0" indent="-609585" algn="l" rtl="0">
              <a:lnSpc>
                <a:spcPct val="100000"/>
              </a:lnSpc>
              <a:spcBef>
                <a:spcPts val="1600"/>
              </a:spcBef>
              <a:spcAft>
                <a:spcPts val="0"/>
              </a:spcAft>
              <a:buClr>
                <a:srgbClr val="000000"/>
              </a:buClr>
              <a:buSzPts val="3600"/>
              <a:buFont typeface="Noto Sans Symbols"/>
              <a:buChar char="●"/>
              <a:defRPr sz="2800" b="0" i="0" u="none" strike="noStrike" cap="none">
                <a:solidFill>
                  <a:srgbClr val="000000"/>
                </a:solidFill>
                <a:latin typeface="Gill Sans"/>
                <a:ea typeface="Gill Sans"/>
                <a:cs typeface="Gill Sans"/>
                <a:sym typeface="Gill Sans"/>
              </a:defRPr>
            </a:lvl1pPr>
            <a:lvl2pPr marL="1219170" marR="0" lvl="1" indent="-575719" algn="l" rtl="0">
              <a:lnSpc>
                <a:spcPct val="100000"/>
              </a:lnSpc>
              <a:spcBef>
                <a:spcPts val="400"/>
              </a:spcBef>
              <a:spcAft>
                <a:spcPts val="0"/>
              </a:spcAft>
              <a:buClr>
                <a:srgbClr val="000000"/>
              </a:buClr>
              <a:buSzPts val="3200"/>
              <a:buFont typeface="Noto Sans Symbols"/>
              <a:buChar char="•"/>
              <a:defRPr sz="2533" b="0" i="0" u="none" strike="noStrike" cap="none">
                <a:solidFill>
                  <a:srgbClr val="000000"/>
                </a:solidFill>
                <a:latin typeface="Gill Sans"/>
                <a:ea typeface="Gill Sans"/>
                <a:cs typeface="Gill Sans"/>
                <a:sym typeface="Gill Sans"/>
              </a:defRPr>
            </a:lvl2pPr>
            <a:lvl3pPr marL="1828754" marR="0" lvl="2" indent="-575719" algn="l" rtl="0">
              <a:lnSpc>
                <a:spcPct val="100000"/>
              </a:lnSpc>
              <a:spcBef>
                <a:spcPts val="400"/>
              </a:spcBef>
              <a:spcAft>
                <a:spcPts val="0"/>
              </a:spcAft>
              <a:buClr>
                <a:srgbClr val="000000"/>
              </a:buClr>
              <a:buSzPts val="3200"/>
              <a:buFont typeface="Noto Sans Symbols"/>
              <a:buChar char="●"/>
              <a:defRPr sz="2533" b="0" i="0" u="none" strike="noStrike" cap="none">
                <a:solidFill>
                  <a:srgbClr val="000000"/>
                </a:solidFill>
                <a:latin typeface="Gill Sans"/>
                <a:ea typeface="Gill Sans"/>
                <a:cs typeface="Gill Sans"/>
                <a:sym typeface="Gill Sans"/>
              </a:defRPr>
            </a:lvl3pPr>
            <a:lvl4pPr marL="2438339" marR="0" lvl="3" indent="-575719" algn="l" rtl="0">
              <a:lnSpc>
                <a:spcPct val="100000"/>
              </a:lnSpc>
              <a:spcBef>
                <a:spcPts val="400"/>
              </a:spcBef>
              <a:spcAft>
                <a:spcPts val="0"/>
              </a:spcAft>
              <a:buClr>
                <a:srgbClr val="000000"/>
              </a:buClr>
              <a:buSzPts val="3200"/>
              <a:buFont typeface="Noto Sans Symbols"/>
              <a:buChar char="●"/>
              <a:defRPr sz="2533" b="0" i="0" u="none" strike="noStrike" cap="none">
                <a:solidFill>
                  <a:srgbClr val="000000"/>
                </a:solidFill>
                <a:latin typeface="Gill Sans"/>
                <a:ea typeface="Gill Sans"/>
                <a:cs typeface="Gill Sans"/>
                <a:sym typeface="Gill Sans"/>
              </a:defRPr>
            </a:lvl4pPr>
            <a:lvl5pPr marL="3047924" marR="0" lvl="4" indent="-575719" algn="l" rtl="0">
              <a:lnSpc>
                <a:spcPct val="100000"/>
              </a:lnSpc>
              <a:spcBef>
                <a:spcPts val="400"/>
              </a:spcBef>
              <a:spcAft>
                <a:spcPts val="0"/>
              </a:spcAft>
              <a:buClr>
                <a:srgbClr val="000000"/>
              </a:buClr>
              <a:buSzPts val="3200"/>
              <a:buFont typeface="Noto Sans Symbols"/>
              <a:buChar char="●"/>
              <a:defRPr sz="2533" b="0" i="0" u="none" strike="noStrike" cap="none">
                <a:solidFill>
                  <a:srgbClr val="000000"/>
                </a:solidFill>
                <a:latin typeface="Gill Sans"/>
                <a:ea typeface="Gill Sans"/>
                <a:cs typeface="Gill Sans"/>
                <a:sym typeface="Gill Sans"/>
              </a:defRPr>
            </a:lvl5pPr>
            <a:lvl6pPr marL="3657509" marR="0" lvl="5" indent="-507987" algn="l" rtl="0">
              <a:lnSpc>
                <a:spcPct val="100000"/>
              </a:lnSpc>
              <a:spcBef>
                <a:spcPts val="1067"/>
              </a:spcBef>
              <a:spcAft>
                <a:spcPts val="0"/>
              </a:spcAft>
              <a:buClr>
                <a:srgbClr val="000000"/>
              </a:buClr>
              <a:buSzPts val="2400"/>
              <a:buFont typeface="Noto Sans Symbols"/>
              <a:buChar char="●"/>
              <a:defRPr sz="3200" b="0" i="0" u="none" strike="noStrike" cap="none">
                <a:solidFill>
                  <a:srgbClr val="000000"/>
                </a:solidFill>
                <a:latin typeface="Arial"/>
                <a:ea typeface="Arial"/>
                <a:cs typeface="Arial"/>
                <a:sym typeface="Arial"/>
              </a:defRPr>
            </a:lvl6pPr>
            <a:lvl7pPr marL="4267093" marR="0" lvl="6" indent="-507987" algn="l" rtl="0">
              <a:lnSpc>
                <a:spcPct val="100000"/>
              </a:lnSpc>
              <a:spcBef>
                <a:spcPts val="1067"/>
              </a:spcBef>
              <a:spcAft>
                <a:spcPts val="0"/>
              </a:spcAft>
              <a:buClr>
                <a:srgbClr val="000000"/>
              </a:buClr>
              <a:buSzPts val="2400"/>
              <a:buFont typeface="Noto Sans Symbols"/>
              <a:buChar char="●"/>
              <a:defRPr sz="3200" b="0" i="0" u="none" strike="noStrike" cap="none">
                <a:solidFill>
                  <a:srgbClr val="000000"/>
                </a:solidFill>
                <a:latin typeface="Arial"/>
                <a:ea typeface="Arial"/>
                <a:cs typeface="Arial"/>
                <a:sym typeface="Arial"/>
              </a:defRPr>
            </a:lvl7pPr>
            <a:lvl8pPr marL="4876678" marR="0" lvl="7" indent="-507987" algn="l" rtl="0">
              <a:lnSpc>
                <a:spcPct val="100000"/>
              </a:lnSpc>
              <a:spcBef>
                <a:spcPts val="1067"/>
              </a:spcBef>
              <a:spcAft>
                <a:spcPts val="0"/>
              </a:spcAft>
              <a:buClr>
                <a:srgbClr val="000000"/>
              </a:buClr>
              <a:buSzPts val="2400"/>
              <a:buFont typeface="Noto Sans Symbols"/>
              <a:buChar char="●"/>
              <a:defRPr sz="3200" b="0" i="0" u="none" strike="noStrike" cap="none">
                <a:solidFill>
                  <a:srgbClr val="000000"/>
                </a:solidFill>
                <a:latin typeface="Arial"/>
                <a:ea typeface="Arial"/>
                <a:cs typeface="Arial"/>
                <a:sym typeface="Arial"/>
              </a:defRPr>
            </a:lvl8pPr>
            <a:lvl9pPr marL="5486263" marR="0" lvl="8" indent="-507987" algn="l" rtl="0">
              <a:lnSpc>
                <a:spcPct val="100000"/>
              </a:lnSpc>
              <a:spcBef>
                <a:spcPts val="1067"/>
              </a:spcBef>
              <a:spcAft>
                <a:spcPts val="0"/>
              </a:spcAft>
              <a:buClr>
                <a:srgbClr val="000000"/>
              </a:buClr>
              <a:buSzPts val="2400"/>
              <a:buFont typeface="Noto Sans Symbols"/>
              <a:buChar char="●"/>
              <a:defRPr sz="3200" b="0" i="0" u="none" strike="noStrike" cap="none">
                <a:solidFill>
                  <a:srgbClr val="000000"/>
                </a:solidFill>
                <a:latin typeface="Arial"/>
                <a:ea typeface="Arial"/>
                <a:cs typeface="Arial"/>
                <a:sym typeface="Arial"/>
              </a:defRPr>
            </a:lvl9pPr>
          </a:lstStyle>
          <a:p>
            <a:endParaRPr/>
          </a:p>
        </p:txBody>
      </p:sp>
      <p:sp>
        <p:nvSpPr>
          <p:cNvPr id="61" name="Google Shape;61;p15"/>
          <p:cNvSpPr txBox="1">
            <a:spLocks noGrp="1"/>
          </p:cNvSpPr>
          <p:nvPr>
            <p:ph type="sldNum" idx="12"/>
          </p:nvPr>
        </p:nvSpPr>
        <p:spPr>
          <a:xfrm>
            <a:off x="5976441" y="6509743"/>
            <a:ext cx="230400" cy="2492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Gill Sans"/>
              <a:buNone/>
              <a:defRPr sz="1200" b="0" i="0" u="none" strike="noStrike" cap="none">
                <a:solidFill>
                  <a:srgbClr val="000000"/>
                </a:solidFill>
                <a:latin typeface="Gill Sans"/>
                <a:ea typeface="Gill Sans"/>
                <a:cs typeface="Gill Sans"/>
                <a:sym typeface="Gill Sans"/>
              </a:defRPr>
            </a:lvl1pPr>
            <a:lvl2pPr marL="0" marR="0" lvl="1" indent="0" algn="ctr" rtl="0">
              <a:lnSpc>
                <a:spcPct val="100000"/>
              </a:lnSpc>
              <a:spcBef>
                <a:spcPts val="0"/>
              </a:spcBef>
              <a:spcAft>
                <a:spcPts val="0"/>
              </a:spcAft>
              <a:buClr>
                <a:srgbClr val="000000"/>
              </a:buClr>
              <a:buFont typeface="Gill Sans"/>
              <a:buNone/>
              <a:defRPr sz="1200" b="0" i="0" u="none" strike="noStrike" cap="none">
                <a:solidFill>
                  <a:srgbClr val="000000"/>
                </a:solidFill>
                <a:latin typeface="Gill Sans"/>
                <a:ea typeface="Gill Sans"/>
                <a:cs typeface="Gill Sans"/>
                <a:sym typeface="Gill Sans"/>
              </a:defRPr>
            </a:lvl2pPr>
            <a:lvl3pPr marL="0" marR="0" lvl="2" indent="0" algn="ctr" rtl="0">
              <a:lnSpc>
                <a:spcPct val="100000"/>
              </a:lnSpc>
              <a:spcBef>
                <a:spcPts val="0"/>
              </a:spcBef>
              <a:spcAft>
                <a:spcPts val="0"/>
              </a:spcAft>
              <a:buClr>
                <a:srgbClr val="000000"/>
              </a:buClr>
              <a:buFont typeface="Gill Sans"/>
              <a:buNone/>
              <a:defRPr sz="1200" b="0" i="0" u="none" strike="noStrike" cap="none">
                <a:solidFill>
                  <a:srgbClr val="000000"/>
                </a:solidFill>
                <a:latin typeface="Gill Sans"/>
                <a:ea typeface="Gill Sans"/>
                <a:cs typeface="Gill Sans"/>
                <a:sym typeface="Gill Sans"/>
              </a:defRPr>
            </a:lvl3pPr>
            <a:lvl4pPr marL="0" marR="0" lvl="3" indent="0" algn="ctr" rtl="0">
              <a:lnSpc>
                <a:spcPct val="100000"/>
              </a:lnSpc>
              <a:spcBef>
                <a:spcPts val="0"/>
              </a:spcBef>
              <a:spcAft>
                <a:spcPts val="0"/>
              </a:spcAft>
              <a:buClr>
                <a:srgbClr val="000000"/>
              </a:buClr>
              <a:buFont typeface="Gill Sans"/>
              <a:buNone/>
              <a:defRPr sz="1200" b="0" i="0" u="none" strike="noStrike" cap="none">
                <a:solidFill>
                  <a:srgbClr val="000000"/>
                </a:solidFill>
                <a:latin typeface="Gill Sans"/>
                <a:ea typeface="Gill Sans"/>
                <a:cs typeface="Gill Sans"/>
                <a:sym typeface="Gill Sans"/>
              </a:defRPr>
            </a:lvl4pPr>
            <a:lvl5pPr marL="0" marR="0" lvl="4" indent="0" algn="ctr" rtl="0">
              <a:lnSpc>
                <a:spcPct val="100000"/>
              </a:lnSpc>
              <a:spcBef>
                <a:spcPts val="0"/>
              </a:spcBef>
              <a:spcAft>
                <a:spcPts val="0"/>
              </a:spcAft>
              <a:buClr>
                <a:srgbClr val="000000"/>
              </a:buClr>
              <a:buFont typeface="Gill Sans"/>
              <a:buNone/>
              <a:defRPr sz="1200" b="0" i="0" u="none" strike="noStrike" cap="none">
                <a:solidFill>
                  <a:srgbClr val="000000"/>
                </a:solidFill>
                <a:latin typeface="Gill Sans"/>
                <a:ea typeface="Gill Sans"/>
                <a:cs typeface="Gill Sans"/>
                <a:sym typeface="Gill Sans"/>
              </a:defRPr>
            </a:lvl5pPr>
            <a:lvl6pPr marL="0" marR="0" lvl="5" indent="0" algn="ctr" rtl="0">
              <a:lnSpc>
                <a:spcPct val="100000"/>
              </a:lnSpc>
              <a:spcBef>
                <a:spcPts val="0"/>
              </a:spcBef>
              <a:spcAft>
                <a:spcPts val="0"/>
              </a:spcAft>
              <a:buClr>
                <a:srgbClr val="000000"/>
              </a:buClr>
              <a:buFont typeface="Gill Sans"/>
              <a:buNone/>
              <a:defRPr sz="1200" b="0" i="0" u="none" strike="noStrike" cap="none">
                <a:solidFill>
                  <a:srgbClr val="000000"/>
                </a:solidFill>
                <a:latin typeface="Gill Sans"/>
                <a:ea typeface="Gill Sans"/>
                <a:cs typeface="Gill Sans"/>
                <a:sym typeface="Gill Sans"/>
              </a:defRPr>
            </a:lvl6pPr>
            <a:lvl7pPr marL="0" marR="0" lvl="6" indent="0" algn="ctr" rtl="0">
              <a:lnSpc>
                <a:spcPct val="100000"/>
              </a:lnSpc>
              <a:spcBef>
                <a:spcPts val="0"/>
              </a:spcBef>
              <a:spcAft>
                <a:spcPts val="0"/>
              </a:spcAft>
              <a:buClr>
                <a:srgbClr val="000000"/>
              </a:buClr>
              <a:buFont typeface="Gill Sans"/>
              <a:buNone/>
              <a:defRPr sz="1200" b="0" i="0" u="none" strike="noStrike" cap="none">
                <a:solidFill>
                  <a:srgbClr val="000000"/>
                </a:solidFill>
                <a:latin typeface="Gill Sans"/>
                <a:ea typeface="Gill Sans"/>
                <a:cs typeface="Gill Sans"/>
                <a:sym typeface="Gill Sans"/>
              </a:defRPr>
            </a:lvl7pPr>
            <a:lvl8pPr marL="0" marR="0" lvl="7" indent="0" algn="ctr" rtl="0">
              <a:lnSpc>
                <a:spcPct val="100000"/>
              </a:lnSpc>
              <a:spcBef>
                <a:spcPts val="0"/>
              </a:spcBef>
              <a:spcAft>
                <a:spcPts val="0"/>
              </a:spcAft>
              <a:buClr>
                <a:srgbClr val="000000"/>
              </a:buClr>
              <a:buFont typeface="Gill Sans"/>
              <a:buNone/>
              <a:defRPr sz="1200" b="0" i="0" u="none" strike="noStrike" cap="none">
                <a:solidFill>
                  <a:srgbClr val="000000"/>
                </a:solidFill>
                <a:latin typeface="Gill Sans"/>
                <a:ea typeface="Gill Sans"/>
                <a:cs typeface="Gill Sans"/>
                <a:sym typeface="Gill Sans"/>
              </a:defRPr>
            </a:lvl8pPr>
            <a:lvl9pPr marL="0" marR="0" lvl="8" indent="0" algn="ctr" rtl="0">
              <a:lnSpc>
                <a:spcPct val="100000"/>
              </a:lnSpc>
              <a:spcBef>
                <a:spcPts val="0"/>
              </a:spcBef>
              <a:spcAft>
                <a:spcPts val="0"/>
              </a:spcAft>
              <a:buClr>
                <a:srgbClr val="000000"/>
              </a:buClr>
              <a:buFont typeface="Gill Sans"/>
              <a:buNone/>
              <a:defRPr sz="1200" b="0" i="0" u="none" strike="noStrike" cap="none">
                <a:solidFill>
                  <a:srgbClr val="000000"/>
                </a:solidFill>
                <a:latin typeface="Gill Sans"/>
                <a:ea typeface="Gill Sans"/>
                <a:cs typeface="Gill Sans"/>
                <a:sym typeface="Gill Sans"/>
              </a:defRPr>
            </a:lvl9pPr>
          </a:lstStyle>
          <a:p>
            <a:fld id="{00000000-1234-1234-1234-123412341234}" type="slidenum">
              <a:rPr lang="en" smtClean="0"/>
              <a:pPr/>
              <a:t>‹#›</a:t>
            </a:fld>
            <a:endParaRPr lang="en">
              <a:latin typeface="Calibri"/>
              <a:ea typeface="Calibri"/>
              <a:cs typeface="Calibri"/>
              <a:sym typeface="Calibri"/>
            </a:endParaRPr>
          </a:p>
        </p:txBody>
      </p:sp>
    </p:spTree>
    <p:extLst>
      <p:ext uri="{BB962C8B-B14F-4D97-AF65-F5344CB8AC3E}">
        <p14:creationId xmlns:p14="http://schemas.microsoft.com/office/powerpoint/2010/main" val="1168808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B66344A9-3014-1C96-E478-9340046702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54E22870-F332-DAD9-C535-685E86EB3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7748F37-F9FA-F077-4ACB-B7BFE4B7CB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A9EB10-0283-4C0D-A8FE-1E7776CE559D}" type="datetimeFigureOut">
              <a:rPr lang="ko-KR" altLang="en-US" smtClean="0"/>
              <a:t>2026-01-15</a:t>
            </a:fld>
            <a:endParaRPr lang="ko-KR" altLang="en-US"/>
          </a:p>
        </p:txBody>
      </p:sp>
      <p:sp>
        <p:nvSpPr>
          <p:cNvPr id="5" name="바닥글 개체 틀 4">
            <a:extLst>
              <a:ext uri="{FF2B5EF4-FFF2-40B4-BE49-F238E27FC236}">
                <a16:creationId xmlns:a16="http://schemas.microsoft.com/office/drawing/2014/main" id="{0BAA1E2D-F00F-E344-CADA-1863547D66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9B6F39BF-EF00-F18B-44E8-4B9DBD71C0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F92E8A-E0BA-4F2D-942A-9154684D4230}" type="slidenum">
              <a:rPr lang="ko-KR" altLang="en-US" smtClean="0"/>
              <a:t>‹#›</a:t>
            </a:fld>
            <a:endParaRPr lang="ko-KR" altLang="en-US"/>
          </a:p>
        </p:txBody>
      </p:sp>
    </p:spTree>
    <p:extLst>
      <p:ext uri="{BB962C8B-B14F-4D97-AF65-F5344CB8AC3E}">
        <p14:creationId xmlns:p14="http://schemas.microsoft.com/office/powerpoint/2010/main" val="20806394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F2E851C-3AD9-5D97-D124-35098AC3C350}"/>
              </a:ext>
            </a:extLst>
          </p:cNvPr>
          <p:cNvSpPr txBox="1"/>
          <p:nvPr/>
        </p:nvSpPr>
        <p:spPr>
          <a:xfrm>
            <a:off x="407670" y="2844800"/>
            <a:ext cx="11245850" cy="861774"/>
          </a:xfrm>
          <a:prstGeom prst="rect">
            <a:avLst/>
          </a:prstGeom>
          <a:noFill/>
        </p:spPr>
        <p:txBody>
          <a:bodyPr wrap="square" rtlCol="0">
            <a:spAutoFit/>
          </a:bodyPr>
          <a:lstStyle/>
          <a:p>
            <a:pPr algn="ctr"/>
            <a:r>
              <a:rPr lang="ko-KR" altLang="en-US" sz="5000" dirty="0"/>
              <a:t>중요 개념</a:t>
            </a:r>
          </a:p>
        </p:txBody>
      </p:sp>
    </p:spTree>
    <p:extLst>
      <p:ext uri="{BB962C8B-B14F-4D97-AF65-F5344CB8AC3E}">
        <p14:creationId xmlns:p14="http://schemas.microsoft.com/office/powerpoint/2010/main" val="793821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713AA-8EF8-157B-D6D0-DB57E3341B4D}"/>
            </a:ext>
          </a:extLst>
        </p:cNvPr>
        <p:cNvGrpSpPr/>
        <p:nvPr/>
      </p:nvGrpSpPr>
      <p:grpSpPr>
        <a:xfrm>
          <a:off x="0" y="0"/>
          <a:ext cx="0" cy="0"/>
          <a:chOff x="0" y="0"/>
          <a:chExt cx="0" cy="0"/>
        </a:xfrm>
      </p:grpSpPr>
      <p:pic>
        <p:nvPicPr>
          <p:cNvPr id="3" name="그림 2">
            <a:extLst>
              <a:ext uri="{FF2B5EF4-FFF2-40B4-BE49-F238E27FC236}">
                <a16:creationId xmlns:a16="http://schemas.microsoft.com/office/drawing/2014/main" id="{C0DFE2DB-A372-E11D-7399-715132D4ECC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325490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F3A919E-FFDF-FD43-3C28-0A47AE03F79E}"/>
              </a:ext>
            </a:extLst>
          </p:cNvPr>
          <p:cNvSpPr txBox="1"/>
          <p:nvPr/>
        </p:nvSpPr>
        <p:spPr>
          <a:xfrm>
            <a:off x="361950" y="2120900"/>
            <a:ext cx="11245850" cy="2092881"/>
          </a:xfrm>
          <a:prstGeom prst="rect">
            <a:avLst/>
          </a:prstGeom>
          <a:noFill/>
        </p:spPr>
        <p:txBody>
          <a:bodyPr wrap="square" rtlCol="0">
            <a:spAutoFit/>
          </a:bodyPr>
          <a:lstStyle/>
          <a:p>
            <a:pPr algn="ctr"/>
            <a:r>
              <a:rPr lang="en-US" altLang="ko-KR" sz="5000" dirty="0"/>
              <a:t>TF </a:t>
            </a:r>
            <a:r>
              <a:rPr lang="ko-KR" altLang="en-US" sz="5000" dirty="0"/>
              <a:t>버전 차이에 따른</a:t>
            </a:r>
            <a:endParaRPr lang="en-US" altLang="ko-KR" sz="5000" dirty="0"/>
          </a:p>
          <a:p>
            <a:pPr algn="ctr"/>
            <a:r>
              <a:rPr lang="ko-KR" altLang="en-US" sz="5000" dirty="0"/>
              <a:t>오류 수정</a:t>
            </a:r>
            <a:br>
              <a:rPr lang="en-US" altLang="ko-KR" sz="5000" dirty="0"/>
            </a:br>
            <a:r>
              <a:rPr lang="en-US" altLang="ko-KR" sz="3000" dirty="0"/>
              <a:t>(</a:t>
            </a:r>
            <a:r>
              <a:rPr lang="ko-KR" altLang="en-US" sz="3000" dirty="0"/>
              <a:t>강의 영상</a:t>
            </a:r>
            <a:r>
              <a:rPr lang="en-US" altLang="ko-KR" sz="3000" dirty="0"/>
              <a:t>: TF 1.x </a:t>
            </a:r>
            <a:r>
              <a:rPr lang="ko-KR" altLang="en-US" sz="3000" dirty="0"/>
              <a:t>버전 </a:t>
            </a:r>
            <a:r>
              <a:rPr lang="en-US" altLang="ko-KR" sz="3000" dirty="0"/>
              <a:t>/ </a:t>
            </a:r>
            <a:r>
              <a:rPr lang="ko-KR" altLang="en-US" sz="3000" dirty="0"/>
              <a:t>현재 </a:t>
            </a:r>
            <a:r>
              <a:rPr lang="en-US" altLang="ko-KR" sz="3000" dirty="0"/>
              <a:t>TF 2.x </a:t>
            </a:r>
            <a:r>
              <a:rPr lang="ko-KR" altLang="en-US" sz="3000" dirty="0"/>
              <a:t>버전</a:t>
            </a:r>
            <a:r>
              <a:rPr lang="en-US" altLang="ko-KR" sz="3000" dirty="0"/>
              <a:t>)</a:t>
            </a:r>
            <a:endParaRPr lang="ko-KR" altLang="en-US" sz="3000" dirty="0"/>
          </a:p>
        </p:txBody>
      </p:sp>
    </p:spTree>
    <p:extLst>
      <p:ext uri="{BB962C8B-B14F-4D97-AF65-F5344CB8AC3E}">
        <p14:creationId xmlns:p14="http://schemas.microsoft.com/office/powerpoint/2010/main" val="23974361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45"/>
          <p:cNvSpPr txBox="1">
            <a:spLocks noGrp="1"/>
          </p:cNvSpPr>
          <p:nvPr>
            <p:ph type="title"/>
          </p:nvPr>
        </p:nvSpPr>
        <p:spPr>
          <a:xfrm>
            <a:off x="2416968" y="178593"/>
            <a:ext cx="7358000" cy="1714400"/>
          </a:xfrm>
          <a:prstGeom prst="rect">
            <a:avLst/>
          </a:prstGeom>
          <a:noFill/>
          <a:ln>
            <a:noFill/>
          </a:ln>
        </p:spPr>
        <p:txBody>
          <a:bodyPr spcFirstLastPara="1" vert="horz" wrap="square" lIns="35700" tIns="35700" rIns="35700" bIns="35700" rtlCol="0" anchor="ctr" anchorCtr="0">
            <a:noAutofit/>
          </a:bodyPr>
          <a:lstStyle/>
          <a:p>
            <a:r>
              <a:rPr lang="en-US" dirty="0">
                <a:latin typeface="+mn-lt"/>
              </a:rPr>
              <a:t>Session</a:t>
            </a:r>
            <a:r>
              <a:rPr lang="ko-KR" altLang="en-US" dirty="0">
                <a:latin typeface="+mn-lt"/>
              </a:rPr>
              <a:t> 사용 안함</a:t>
            </a:r>
            <a:endParaRPr dirty="0">
              <a:latin typeface="+mn-lt"/>
            </a:endParaRPr>
          </a:p>
        </p:txBody>
      </p:sp>
      <p:pic>
        <p:nvPicPr>
          <p:cNvPr id="230" name="Google Shape;230;p45"/>
          <p:cNvPicPr preferRelativeResize="0"/>
          <p:nvPr/>
        </p:nvPicPr>
        <p:blipFill>
          <a:blip r:embed="rId3">
            <a:alphaModFix/>
          </a:blip>
          <a:stretch>
            <a:fillRect/>
          </a:stretch>
        </p:blipFill>
        <p:spPr>
          <a:xfrm>
            <a:off x="76201" y="1969295"/>
            <a:ext cx="12039599" cy="3378771"/>
          </a:xfrm>
          <a:prstGeom prst="rect">
            <a:avLst/>
          </a:prstGeom>
          <a:noFill/>
          <a:ln>
            <a:noFill/>
          </a:ln>
        </p:spPr>
      </p:pic>
      <p:sp>
        <p:nvSpPr>
          <p:cNvPr id="231" name="Google Shape;231;p45"/>
          <p:cNvSpPr txBox="1"/>
          <p:nvPr/>
        </p:nvSpPr>
        <p:spPr>
          <a:xfrm>
            <a:off x="1185933" y="5525933"/>
            <a:ext cx="10562000" cy="577600"/>
          </a:xfrm>
          <a:prstGeom prst="rect">
            <a:avLst/>
          </a:prstGeom>
          <a:noFill/>
          <a:ln>
            <a:noFill/>
          </a:ln>
        </p:spPr>
        <p:txBody>
          <a:bodyPr spcFirstLastPara="1" wrap="square" lIns="121900" tIns="121900" rIns="121900" bIns="121900" anchor="t" anchorCtr="0">
            <a:noAutofit/>
          </a:bodyPr>
          <a:lstStyle/>
          <a:p>
            <a:r>
              <a:rPr lang="en" sz="2133" dirty="0"/>
              <a:t>b’String’  ‘</a:t>
            </a:r>
            <a:r>
              <a:rPr lang="en" sz="2133" b="1" dirty="0"/>
              <a:t>b</a:t>
            </a:r>
            <a:r>
              <a:rPr lang="en" sz="2133" dirty="0"/>
              <a:t>’ indicates </a:t>
            </a:r>
            <a:r>
              <a:rPr lang="en" sz="2133" i="1" dirty="0"/>
              <a:t>Bytes literals</a:t>
            </a:r>
            <a:r>
              <a:rPr lang="en" sz="2133" dirty="0"/>
              <a:t>.  http://stackoverflow.com/questions/6269765/</a:t>
            </a:r>
            <a:endParaRPr sz="2133" dirty="0"/>
          </a:p>
        </p:txBody>
      </p:sp>
      <p:sp>
        <p:nvSpPr>
          <p:cNvPr id="2" name="곱하기 기호 1">
            <a:extLst>
              <a:ext uri="{FF2B5EF4-FFF2-40B4-BE49-F238E27FC236}">
                <a16:creationId xmlns:a16="http://schemas.microsoft.com/office/drawing/2014/main" id="{102105DA-14E6-68B3-33CF-26E8EE215188}"/>
              </a:ext>
            </a:extLst>
          </p:cNvPr>
          <p:cNvSpPr/>
          <p:nvPr/>
        </p:nvSpPr>
        <p:spPr>
          <a:xfrm>
            <a:off x="484908" y="3497791"/>
            <a:ext cx="3864121" cy="1514375"/>
          </a:xfrm>
          <a:prstGeom prst="mathMultiply">
            <a:avLst/>
          </a:prstGeom>
          <a:solidFill>
            <a:srgbClr val="FF000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3" name="TextBox 2">
            <a:extLst>
              <a:ext uri="{FF2B5EF4-FFF2-40B4-BE49-F238E27FC236}">
                <a16:creationId xmlns:a16="http://schemas.microsoft.com/office/drawing/2014/main" id="{BA5CBB4C-2D60-61D4-9F76-511E6451CF04}"/>
              </a:ext>
            </a:extLst>
          </p:cNvPr>
          <p:cNvSpPr txBox="1"/>
          <p:nvPr/>
        </p:nvSpPr>
        <p:spPr>
          <a:xfrm>
            <a:off x="4101951" y="3716271"/>
            <a:ext cx="7605143" cy="830997"/>
          </a:xfrm>
          <a:prstGeom prst="rect">
            <a:avLst/>
          </a:prstGeom>
          <a:noFill/>
        </p:spPr>
        <p:txBody>
          <a:bodyPr wrap="square" rtlCol="0">
            <a:spAutoFit/>
          </a:bodyPr>
          <a:lstStyle/>
          <a:p>
            <a:pPr marL="228594" indent="-228594">
              <a:buFont typeface="Wingdings" panose="05000000000000000000" pitchFamily="2" charset="2"/>
              <a:buChar char="è"/>
            </a:pPr>
            <a:r>
              <a:rPr lang="en-US" altLang="ko-KR" sz="1600" dirty="0"/>
              <a:t>TF 2.x</a:t>
            </a:r>
            <a:r>
              <a:rPr lang="ko-KR" altLang="en-US" sz="1600" dirty="0"/>
              <a:t> 버전에서는 </a:t>
            </a:r>
            <a:r>
              <a:rPr lang="en-US" altLang="ko-KR" sz="1600" dirty="0"/>
              <a:t>Session</a:t>
            </a:r>
            <a:r>
              <a:rPr lang="ko-KR" altLang="en-US" sz="1600" dirty="0"/>
              <a:t>을 사용하지 않는 </a:t>
            </a:r>
            <a:r>
              <a:rPr lang="en-US" altLang="ko-KR" sz="1600" dirty="0"/>
              <a:t>eager execution </a:t>
            </a:r>
            <a:r>
              <a:rPr lang="ko-KR" altLang="en-US" sz="1600" dirty="0"/>
              <a:t>방식으로 변경</a:t>
            </a:r>
            <a:endParaRPr lang="en-US" altLang="ko-KR" sz="1600" dirty="0"/>
          </a:p>
          <a:p>
            <a:pPr marL="228594" indent="-228594">
              <a:buFont typeface="Wingdings" panose="05000000000000000000" pitchFamily="2" charset="2"/>
              <a:buChar char="è"/>
            </a:pPr>
            <a:endParaRPr lang="en-US" altLang="ko-KR" sz="1600" dirty="0"/>
          </a:p>
          <a:p>
            <a:pPr marL="228594" indent="-228594">
              <a:buFont typeface="Wingdings" panose="05000000000000000000" pitchFamily="2" charset="2"/>
              <a:buChar char="è"/>
            </a:pPr>
            <a:r>
              <a:rPr lang="en-US" altLang="ko-KR" sz="1600" dirty="0"/>
              <a:t>print(hello.</a:t>
            </a:r>
            <a:r>
              <a:rPr lang="en-US" altLang="ko-KR" sz="1600" b="1" dirty="0">
                <a:solidFill>
                  <a:srgbClr val="FF0000"/>
                </a:solidFill>
              </a:rPr>
              <a:t>numpy()</a:t>
            </a:r>
            <a:r>
              <a:rPr lang="en-US" altLang="ko-KR" sz="1600" dirty="0"/>
              <a:t>)  # </a:t>
            </a:r>
            <a:r>
              <a:rPr lang="en-US" altLang="ko-KR" sz="1600" dirty="0" err="1"/>
              <a:t>node.numpy</a:t>
            </a:r>
            <a:r>
              <a:rPr lang="en-US" altLang="ko-KR" sz="1600" dirty="0"/>
              <a:t>() </a:t>
            </a:r>
            <a:r>
              <a:rPr lang="ko-KR" altLang="en-US" sz="1600" dirty="0"/>
              <a:t>로 </a:t>
            </a:r>
            <a:r>
              <a:rPr lang="en-US" altLang="ko-KR" sz="1600" dirty="0"/>
              <a:t>node</a:t>
            </a:r>
            <a:r>
              <a:rPr lang="ko-KR" altLang="en-US" sz="1600" dirty="0"/>
              <a:t> 수행</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49"/>
          <p:cNvSpPr txBox="1">
            <a:spLocks noGrp="1"/>
          </p:cNvSpPr>
          <p:nvPr>
            <p:ph type="title"/>
          </p:nvPr>
        </p:nvSpPr>
        <p:spPr>
          <a:xfrm>
            <a:off x="2416968" y="178593"/>
            <a:ext cx="7358000" cy="1714400"/>
          </a:xfrm>
          <a:prstGeom prst="rect">
            <a:avLst/>
          </a:prstGeom>
        </p:spPr>
        <p:txBody>
          <a:bodyPr spcFirstLastPara="1" vert="horz" wrap="square" lIns="45700" tIns="45700" rIns="45700" bIns="45700" rtlCol="0" anchor="ctr" anchorCtr="0">
            <a:noAutofit/>
          </a:bodyPr>
          <a:lstStyle/>
          <a:p>
            <a:r>
              <a:rPr lang="en" dirty="0"/>
              <a:t>Placeholder </a:t>
            </a:r>
            <a:r>
              <a:rPr lang="ko-KR" altLang="en-US" dirty="0"/>
              <a:t>개념 삭제</a:t>
            </a:r>
            <a:endParaRPr dirty="0"/>
          </a:p>
        </p:txBody>
      </p:sp>
      <p:pic>
        <p:nvPicPr>
          <p:cNvPr id="273" name="Google Shape;273;p49"/>
          <p:cNvPicPr preferRelativeResize="0"/>
          <p:nvPr/>
        </p:nvPicPr>
        <p:blipFill>
          <a:blip r:embed="rId3">
            <a:alphaModFix/>
          </a:blip>
          <a:stretch>
            <a:fillRect/>
          </a:stretch>
        </p:blipFill>
        <p:spPr>
          <a:xfrm>
            <a:off x="76200" y="2855119"/>
            <a:ext cx="12039605" cy="2302997"/>
          </a:xfrm>
          <a:prstGeom prst="rect">
            <a:avLst/>
          </a:prstGeom>
          <a:noFill/>
          <a:ln>
            <a:noFill/>
          </a:ln>
        </p:spPr>
      </p:pic>
      <p:sp>
        <p:nvSpPr>
          <p:cNvPr id="2" name="곱하기 기호 1">
            <a:extLst>
              <a:ext uri="{FF2B5EF4-FFF2-40B4-BE49-F238E27FC236}">
                <a16:creationId xmlns:a16="http://schemas.microsoft.com/office/drawing/2014/main" id="{795932F4-7754-4CED-AAC3-FBE3D765C405}"/>
              </a:ext>
            </a:extLst>
          </p:cNvPr>
          <p:cNvSpPr/>
          <p:nvPr/>
        </p:nvSpPr>
        <p:spPr>
          <a:xfrm>
            <a:off x="-655735" y="1892993"/>
            <a:ext cx="9290060" cy="3640837"/>
          </a:xfrm>
          <a:prstGeom prst="mathMultiply">
            <a:avLst/>
          </a:prstGeom>
          <a:solidFill>
            <a:srgbClr val="FF000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467C6B7A-8753-5355-7815-3A5CE6544B3A}"/>
            </a:ext>
          </a:extLst>
        </p:cNvPr>
        <p:cNvGrpSpPr/>
        <p:nvPr/>
      </p:nvGrpSpPr>
      <p:grpSpPr>
        <a:xfrm>
          <a:off x="0" y="0"/>
          <a:ext cx="0" cy="0"/>
          <a:chOff x="0" y="0"/>
          <a:chExt cx="0" cy="0"/>
        </a:xfrm>
      </p:grpSpPr>
      <p:sp>
        <p:nvSpPr>
          <p:cNvPr id="272" name="Google Shape;272;p49">
            <a:extLst>
              <a:ext uri="{FF2B5EF4-FFF2-40B4-BE49-F238E27FC236}">
                <a16:creationId xmlns:a16="http://schemas.microsoft.com/office/drawing/2014/main" id="{83FA496C-2320-2D0B-9BBD-8DE316AFF9D8}"/>
              </a:ext>
            </a:extLst>
          </p:cNvPr>
          <p:cNvSpPr txBox="1">
            <a:spLocks noGrp="1"/>
          </p:cNvSpPr>
          <p:nvPr>
            <p:ph type="title"/>
          </p:nvPr>
        </p:nvSpPr>
        <p:spPr>
          <a:xfrm>
            <a:off x="2086402" y="178593"/>
            <a:ext cx="8019132" cy="1714400"/>
          </a:xfrm>
          <a:prstGeom prst="rect">
            <a:avLst/>
          </a:prstGeom>
        </p:spPr>
        <p:txBody>
          <a:bodyPr spcFirstLastPara="1" vert="horz" wrap="square" lIns="45700" tIns="45700" rIns="45700" bIns="45700" rtlCol="0" anchor="ctr" anchorCtr="0">
            <a:noAutofit/>
          </a:bodyPr>
          <a:lstStyle/>
          <a:p>
            <a:r>
              <a:rPr lang="en" dirty="0"/>
              <a:t>Placeholder </a:t>
            </a:r>
            <a:r>
              <a:rPr lang="ko-KR" altLang="en-US" dirty="0"/>
              <a:t>대신</a:t>
            </a:r>
            <a:br>
              <a:rPr lang="en-US" altLang="ko-KR" dirty="0"/>
            </a:br>
            <a:r>
              <a:rPr lang="ko-KR" altLang="en-US" b="1" dirty="0"/>
              <a:t>일반적인 </a:t>
            </a:r>
            <a:r>
              <a:rPr lang="en-US" altLang="ko-KR" b="1" dirty="0"/>
              <a:t>Python </a:t>
            </a:r>
            <a:r>
              <a:rPr lang="ko-KR" altLang="en-US" b="1" dirty="0"/>
              <a:t>함수 사용</a:t>
            </a:r>
            <a:endParaRPr b="1" dirty="0"/>
          </a:p>
        </p:txBody>
      </p:sp>
      <p:pic>
        <p:nvPicPr>
          <p:cNvPr id="6" name="그림 5" descr="텍스트, 스크린샷, 폰트이(가) 표시된 사진&#10;&#10;AI 생성 콘텐츠는 정확하지 않을 수 있습니다.">
            <a:extLst>
              <a:ext uri="{FF2B5EF4-FFF2-40B4-BE49-F238E27FC236}">
                <a16:creationId xmlns:a16="http://schemas.microsoft.com/office/drawing/2014/main" id="{91183D9C-D282-8D35-0923-B375BF14033A}"/>
              </a:ext>
            </a:extLst>
          </p:cNvPr>
          <p:cNvPicPr>
            <a:picLocks noChangeAspect="1"/>
          </p:cNvPicPr>
          <p:nvPr/>
        </p:nvPicPr>
        <p:blipFill>
          <a:blip r:embed="rId3"/>
          <a:stretch>
            <a:fillRect/>
          </a:stretch>
        </p:blipFill>
        <p:spPr>
          <a:xfrm>
            <a:off x="2445234" y="2466409"/>
            <a:ext cx="7747849" cy="3162108"/>
          </a:xfrm>
          <a:prstGeom prst="rect">
            <a:avLst/>
          </a:prstGeom>
        </p:spPr>
      </p:pic>
    </p:spTree>
    <p:extLst>
      <p:ext uri="{BB962C8B-B14F-4D97-AF65-F5344CB8AC3E}">
        <p14:creationId xmlns:p14="http://schemas.microsoft.com/office/powerpoint/2010/main" val="1668205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
          <a:extLst>
            <a:ext uri="{FF2B5EF4-FFF2-40B4-BE49-F238E27FC236}">
              <a16:creationId xmlns:a16="http://schemas.microsoft.com/office/drawing/2014/main" id="{5A81B2E0-D8FF-E122-8F20-F23DB2F942FA}"/>
            </a:ext>
          </a:extLst>
        </p:cNvPr>
        <p:cNvGrpSpPr/>
        <p:nvPr/>
      </p:nvGrpSpPr>
      <p:grpSpPr>
        <a:xfrm>
          <a:off x="0" y="0"/>
          <a:ext cx="0" cy="0"/>
          <a:chOff x="0" y="0"/>
          <a:chExt cx="0" cy="0"/>
        </a:xfrm>
      </p:grpSpPr>
      <p:pic>
        <p:nvPicPr>
          <p:cNvPr id="9" name="그림 8" descr="텍스트, 스크린샷, 소프트웨어이(가) 표시된 사진&#10;&#10;AI 생성 콘텐츠는 정확하지 않을 수 있습니다.">
            <a:extLst>
              <a:ext uri="{FF2B5EF4-FFF2-40B4-BE49-F238E27FC236}">
                <a16:creationId xmlns:a16="http://schemas.microsoft.com/office/drawing/2014/main" id="{8A008717-79A0-8946-1377-3AFE8D3287E5}"/>
              </a:ext>
            </a:extLst>
          </p:cNvPr>
          <p:cNvPicPr>
            <a:picLocks noChangeAspect="1"/>
          </p:cNvPicPr>
          <p:nvPr/>
        </p:nvPicPr>
        <p:blipFill>
          <a:blip r:embed="rId5"/>
          <a:stretch>
            <a:fillRect/>
          </a:stretch>
        </p:blipFill>
        <p:spPr>
          <a:xfrm>
            <a:off x="574154" y="1276350"/>
            <a:ext cx="5521846" cy="5200650"/>
          </a:xfrm>
          <a:prstGeom prst="rect">
            <a:avLst/>
          </a:prstGeom>
        </p:spPr>
      </p:pic>
      <p:pic>
        <p:nvPicPr>
          <p:cNvPr id="10" name="20260115-1558-05.2219933">
            <a:hlinkClick r:id="" action="ppaction://media"/>
            <a:extLst>
              <a:ext uri="{FF2B5EF4-FFF2-40B4-BE49-F238E27FC236}">
                <a16:creationId xmlns:a16="http://schemas.microsoft.com/office/drawing/2014/main" id="{85174739-A1CD-93DC-9CF7-A36ADE9A5A63}"/>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175896" y="1533525"/>
            <a:ext cx="5686425" cy="3790950"/>
          </a:xfrm>
          <a:prstGeom prst="rect">
            <a:avLst/>
          </a:prstGeom>
        </p:spPr>
      </p:pic>
      <p:sp>
        <p:nvSpPr>
          <p:cNvPr id="11" name="Google Shape;272;p49">
            <a:extLst>
              <a:ext uri="{FF2B5EF4-FFF2-40B4-BE49-F238E27FC236}">
                <a16:creationId xmlns:a16="http://schemas.microsoft.com/office/drawing/2014/main" id="{90550C3B-ABAA-AD75-CD1D-06A983492F8B}"/>
              </a:ext>
            </a:extLst>
          </p:cNvPr>
          <p:cNvSpPr txBox="1">
            <a:spLocks noGrp="1"/>
          </p:cNvSpPr>
          <p:nvPr>
            <p:ph type="title"/>
          </p:nvPr>
        </p:nvSpPr>
        <p:spPr>
          <a:xfrm>
            <a:off x="-243840" y="259080"/>
            <a:ext cx="7307580" cy="937160"/>
          </a:xfrm>
          <a:prstGeom prst="rect">
            <a:avLst/>
          </a:prstGeom>
        </p:spPr>
        <p:txBody>
          <a:bodyPr spcFirstLastPara="1" vert="horz" wrap="square" lIns="45700" tIns="45700" rIns="45700" bIns="45700" rtlCol="0" anchor="ctr" anchorCtr="0">
            <a:noAutofit/>
          </a:bodyPr>
          <a:lstStyle/>
          <a:p>
            <a:r>
              <a:rPr lang="en-US" sz="4000" b="1" dirty="0">
                <a:latin typeface="+mn-lt"/>
              </a:rPr>
              <a:t>Linear Regression Lab </a:t>
            </a:r>
            <a:r>
              <a:rPr lang="ko-KR" altLang="en-US" sz="4000" b="1" dirty="0">
                <a:latin typeface="+mn-lt"/>
              </a:rPr>
              <a:t>코드</a:t>
            </a:r>
            <a:endParaRPr sz="4000" b="1" dirty="0">
              <a:latin typeface="+mn-lt"/>
            </a:endParaRPr>
          </a:p>
        </p:txBody>
      </p:sp>
      <p:sp>
        <p:nvSpPr>
          <p:cNvPr id="12" name="Google Shape;272;p49">
            <a:extLst>
              <a:ext uri="{FF2B5EF4-FFF2-40B4-BE49-F238E27FC236}">
                <a16:creationId xmlns:a16="http://schemas.microsoft.com/office/drawing/2014/main" id="{214A3AE5-EF31-E15E-132E-C10B71B7FC8A}"/>
              </a:ext>
            </a:extLst>
          </p:cNvPr>
          <p:cNvSpPr txBox="1">
            <a:spLocks/>
          </p:cNvSpPr>
          <p:nvPr/>
        </p:nvSpPr>
        <p:spPr>
          <a:xfrm>
            <a:off x="5892844" y="5324475"/>
            <a:ext cx="6252528" cy="937160"/>
          </a:xfrm>
          <a:prstGeom prst="rect">
            <a:avLst/>
          </a:prstGeom>
          <a:noFill/>
          <a:ln>
            <a:noFill/>
          </a:ln>
        </p:spPr>
        <p:txBody>
          <a:bodyPr spcFirstLastPara="1" vert="horz" wrap="square" lIns="45700" tIns="45700" rIns="45700" bIns="45700" rtlCol="0" anchor="ctr" anchorCtr="0">
            <a:noAutofit/>
          </a:bodyPr>
          <a:lstStyle>
            <a:lvl1pPr marL="0" marR="0" lvl="0" indent="0" algn="ctr" defTabSz="914400" rtl="0" eaLnBrk="1" latinLnBrk="1" hangingPunct="1">
              <a:lnSpc>
                <a:spcPct val="100000"/>
              </a:lnSpc>
              <a:spcBef>
                <a:spcPts val="0"/>
              </a:spcBef>
              <a:spcAft>
                <a:spcPts val="0"/>
              </a:spcAft>
              <a:buClr>
                <a:srgbClr val="000000"/>
              </a:buClr>
              <a:buSzPts val="500"/>
              <a:buFont typeface="Gill Sans"/>
              <a:buNone/>
              <a:defRPr sz="4533" b="0" i="0" u="none" strike="noStrike" kern="1200" cap="none">
                <a:solidFill>
                  <a:srgbClr val="000000"/>
                </a:solidFill>
                <a:latin typeface="Gill Sans"/>
                <a:ea typeface="Gill Sans"/>
                <a:cs typeface="Gill Sans"/>
                <a:sym typeface="Gill Sans"/>
              </a:defRPr>
            </a:lvl1pPr>
            <a:lvl2pPr marL="0" marR="0" lvl="1"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2pPr>
            <a:lvl3pPr marL="0" marR="0" lvl="2"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3pPr>
            <a:lvl4pPr marL="0" marR="0" lvl="3"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4pPr>
            <a:lvl5pPr marL="0" marR="0" lvl="4"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5pPr>
            <a:lvl6pPr marL="0" marR="0" lvl="5"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6pPr>
            <a:lvl7pPr marL="0" marR="0" lvl="6"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7pPr>
            <a:lvl8pPr marL="0" marR="0" lvl="7"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8pPr>
            <a:lvl9pPr marL="0" marR="0" lvl="8"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9pPr>
          </a:lstStyle>
          <a:p>
            <a:r>
              <a:rPr lang="en-US" altLang="ko-KR" sz="4000" b="1">
                <a:latin typeface="+mn-lt"/>
              </a:rPr>
              <a:t>Cost minimization </a:t>
            </a:r>
            <a:r>
              <a:rPr lang="ko-KR" altLang="en-US" sz="4000" b="1" dirty="0">
                <a:latin typeface="+mn-lt"/>
              </a:rPr>
              <a:t>과정</a:t>
            </a:r>
          </a:p>
        </p:txBody>
      </p:sp>
    </p:spTree>
    <p:extLst>
      <p:ext uri="{BB962C8B-B14F-4D97-AF65-F5344CB8AC3E}">
        <p14:creationId xmlns:p14="http://schemas.microsoft.com/office/powerpoint/2010/main" val="209269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562"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TotalTime>
  <Words>346</Words>
  <Application>Microsoft Office PowerPoint</Application>
  <PresentationFormat>와이드스크린</PresentationFormat>
  <Paragraphs>26</Paragraphs>
  <Slides>7</Slides>
  <Notes>4</Notes>
  <HiddenSlides>0</HiddenSlides>
  <MMClips>1</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7</vt:i4>
      </vt:variant>
    </vt:vector>
  </HeadingPairs>
  <TitlesOfParts>
    <vt:vector size="14" baseType="lpstr">
      <vt:lpstr>Gill Sans</vt:lpstr>
      <vt:lpstr>Noto Sans Symbols</vt:lpstr>
      <vt:lpstr>맑은 고딕</vt:lpstr>
      <vt:lpstr>Arial</vt:lpstr>
      <vt:lpstr>Calibri</vt:lpstr>
      <vt:lpstr>Wingdings</vt:lpstr>
      <vt:lpstr>Office 테마</vt:lpstr>
      <vt:lpstr>PowerPoint 프레젠테이션</vt:lpstr>
      <vt:lpstr>PowerPoint 프레젠테이션</vt:lpstr>
      <vt:lpstr>PowerPoint 프레젠테이션</vt:lpstr>
      <vt:lpstr>Session 사용 안함</vt:lpstr>
      <vt:lpstr>Placeholder 개념 삭제</vt:lpstr>
      <vt:lpstr>Placeholder 대신 일반적인 Python 함수 사용</vt:lpstr>
      <vt:lpstr>Linear Regression Lab 코드</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Felix</dc:creator>
  <cp:lastModifiedBy>Felix</cp:lastModifiedBy>
  <cp:revision>4</cp:revision>
  <dcterms:created xsi:type="dcterms:W3CDTF">2026-01-15T14:54:24Z</dcterms:created>
  <dcterms:modified xsi:type="dcterms:W3CDTF">2026-01-15T16:04:33Z</dcterms:modified>
</cp:coreProperties>
</file>